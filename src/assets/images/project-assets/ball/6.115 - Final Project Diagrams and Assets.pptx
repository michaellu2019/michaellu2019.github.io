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63" r:id="rId2"/>
    <p:sldId id="259" r:id="rId3"/>
    <p:sldId id="281" r:id="rId4"/>
    <p:sldId id="282" r:id="rId5"/>
    <p:sldId id="260" r:id="rId6"/>
    <p:sldId id="264" r:id="rId7"/>
    <p:sldId id="261" r:id="rId8"/>
    <p:sldId id="284" r:id="rId9"/>
    <p:sldId id="285" r:id="rId10"/>
    <p:sldId id="275" r:id="rId11"/>
    <p:sldId id="269" r:id="rId12"/>
    <p:sldId id="276" r:id="rId13"/>
    <p:sldId id="279" r:id="rId14"/>
    <p:sldId id="272" r:id="rId15"/>
    <p:sldId id="270" r:id="rId16"/>
    <p:sldId id="277" r:id="rId17"/>
    <p:sldId id="278" r:id="rId18"/>
    <p:sldId id="280" r:id="rId19"/>
    <p:sldId id="271" r:id="rId20"/>
    <p:sldId id="257" r:id="rId21"/>
    <p:sldId id="273" r:id="rId22"/>
    <p:sldId id="262" r:id="rId23"/>
    <p:sldId id="265" r:id="rId24"/>
    <p:sldId id="266" r:id="rId25"/>
    <p:sldId id="267" r:id="rId26"/>
    <p:sldId id="258" r:id="rId27"/>
    <p:sldId id="268" r:id="rId28"/>
    <p:sldId id="283" r:id="rId29"/>
    <p:sldId id="27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6" autoAdjust="0"/>
    <p:restoredTop sz="94660"/>
  </p:normalViewPr>
  <p:slideViewPr>
    <p:cSldViewPr snapToGrid="0">
      <p:cViewPr>
        <p:scale>
          <a:sx n="108" d="100"/>
          <a:sy n="108" d="100"/>
        </p:scale>
        <p:origin x="54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2C1F6-425A-4FA7-8A26-F3A75596CE1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DA5B6-BDF4-44CA-B34E-B28BE0FF9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09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B84AA-1122-47C9-6BD7-217288861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B8B73-BDE9-7747-4104-46A01B4FA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5ADD1-790A-344B-9D6C-F0275672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A1D4B-B95A-31A4-2D35-2A3A0F6E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DBFC3-CB8F-0E0C-D9B5-7739DF50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2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9431-28B0-3757-A296-E6854A41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9BA6E-177B-0127-8CF7-ED004D53A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86315-62A2-9CDF-15A1-1DF63425C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387F-08A6-141F-E543-88D61FE6F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B4914-0DED-BAFA-4A73-9B581DB4E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8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9D67-B54D-9CFF-5E32-B5653C8A3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5D6CB-D816-6A1A-2E80-8E064D4E0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F1A74-6B1B-2F88-AEB6-45C3063A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59A48-DF66-1950-ABFD-4CCBC09E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F453C-45D7-46D4-FB89-D613BF8A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4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2487-AF04-6FB8-57FE-7B4E381C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FCB54-AAC3-39B8-9418-59C5BEBEF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E4440-0E6E-7CB1-946A-F67BC5A4E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7A1E8-2553-F7D7-2307-6F02043E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9AE6F-1FAD-4188-BE56-177A6D5A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4B4A6-0183-70F8-AF2D-76178B3C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5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615F-8F06-D382-FF04-48FAA87F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56A2E-33B1-8C0B-B6D6-7FA9C35FD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95664-C169-2DD9-691D-BDE27D903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2BA714-3773-4928-F63A-5E695C6C6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73FB7-A4DB-C79A-D496-FA0496E69C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178A96-274E-8C40-A994-8C4CC64A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3AD735-3A29-1319-83BA-3541E823F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B5C13-3F7C-3088-34A6-EE2F7447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78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82AEB-28DB-4D1C-27F0-B5BDC2A3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1FD5C5-9128-E939-AEDD-571C2A54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C6BF0-A2EC-98EA-2FFC-774B5BA1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114CC-0E73-5403-F418-B4BBEDE9C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0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836FE-7EDF-4D48-941E-5B0DF820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53C55-F0FD-884F-5BC3-2CAB7473E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7330A-9DBB-AAC7-AFE0-799D0AB9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89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3265-864B-4CA5-C86D-2262734A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C6E09-9857-438C-5163-530024E3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47039-C064-E395-71A9-DD123FD88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5541B-6C86-C590-592C-1F502560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C4E18-171C-A4B5-542A-D77C2A58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32F66-E5A9-21EF-7154-D704FF54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0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E722-5E98-F250-E666-96A31A7F5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D6F49E-6E69-F5AB-B7BD-A43B92067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72758-9119-63EB-0402-D07B894E5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BCB88-7F51-8CEF-EA3D-64AB1BAFD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00DD0-797D-3638-1013-794BD909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81B1D-3473-CA3A-DB92-4185F271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5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B674-5AAC-AC54-FC19-B74855F4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3F6C2-F55F-FA78-1293-3EBAEB48B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ECE2A-0DDA-04E7-95DB-07BC7050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F931F-7E3C-4E3A-E792-98B58A05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15719-C8B6-1E51-D125-F6733AF0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78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02D56A-A0FC-EC15-413F-A75C18C54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7D3D7-8DF0-E42C-97EB-FFC48CF5D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D97C4-4FA6-AF85-FCA0-925351A9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A869-B9BC-0B6D-34BC-545EB942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A7867-BA7E-C1BD-7069-30BEC341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3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C0EE82-0A45-4A65-4615-BE95E817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5F8ED-9926-816C-FA6C-C6BC0B77F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84354-DD3E-DCC9-476A-D9C5F4E8E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2D840-5875-470A-86C5-6A5BE708DF9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C3AC7-DCFB-9A1A-316C-0A1235734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9071A-9897-9D44-F309-98C5767FA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38C68-D0CE-4FB4-AD8E-F35DDE312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3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775784-EEF5-6FAE-49E7-32BAC04D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68412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F114C9F-832F-4CAA-E9E7-F766A1123B18}"/>
              </a:ext>
            </a:extLst>
          </p:cNvPr>
          <p:cNvSpPr/>
          <p:nvPr/>
        </p:nvSpPr>
        <p:spPr>
          <a:xfrm>
            <a:off x="4134488" y="1255659"/>
            <a:ext cx="2751950" cy="275195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B6B8F0-6AEF-C9E6-A868-6242C5B48ADA}"/>
              </a:ext>
            </a:extLst>
          </p:cNvPr>
          <p:cNvCxnSpPr/>
          <p:nvPr/>
        </p:nvCxnSpPr>
        <p:spPr>
          <a:xfrm>
            <a:off x="2817577" y="4046986"/>
            <a:ext cx="572265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074D07A-435C-5788-8E72-32AB62A52729}"/>
              </a:ext>
            </a:extLst>
          </p:cNvPr>
          <p:cNvSpPr/>
          <p:nvPr/>
        </p:nvSpPr>
        <p:spPr>
          <a:xfrm>
            <a:off x="5414146" y="3909193"/>
            <a:ext cx="196832" cy="1968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2A1B4D-8292-EC9E-9B13-9F85BFA75369}"/>
                  </a:ext>
                </a:extLst>
              </p:cNvPr>
              <p:cNvSpPr txBox="1"/>
              <p:nvPr/>
            </p:nvSpPr>
            <p:spPr>
              <a:xfrm>
                <a:off x="5459334" y="4086364"/>
                <a:ext cx="385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2A1B4D-8292-EC9E-9B13-9F85BFA75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334" y="4086364"/>
                <a:ext cx="38587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F2C4C0-DB96-F766-233D-BAC1585D7AF8}"/>
                  </a:ext>
                </a:extLst>
              </p:cNvPr>
              <p:cNvSpPr txBox="1"/>
              <p:nvPr/>
            </p:nvSpPr>
            <p:spPr>
              <a:xfrm>
                <a:off x="5716258" y="2705827"/>
                <a:ext cx="5765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F2C4C0-DB96-F766-233D-BAC1585D7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258" y="2705827"/>
                <a:ext cx="57656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144013-DFCC-E391-C6CC-1F111B36AA4B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5512562" y="2504011"/>
            <a:ext cx="105280" cy="14051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ADF50CC-0EE1-1123-AA02-84CC6080D1A2}"/>
              </a:ext>
            </a:extLst>
          </p:cNvPr>
          <p:cNvSpPr/>
          <p:nvPr/>
        </p:nvSpPr>
        <p:spPr>
          <a:xfrm>
            <a:off x="5519426" y="2366218"/>
            <a:ext cx="196832" cy="1968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63535F0-6126-2393-5011-793E75FE026B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5617842" y="2563050"/>
            <a:ext cx="31832" cy="101232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5F9033-3BC1-BFA8-D729-906F07354393}"/>
                  </a:ext>
                </a:extLst>
              </p:cNvPr>
              <p:cNvSpPr txBox="1"/>
              <p:nvPr/>
            </p:nvSpPr>
            <p:spPr>
              <a:xfrm>
                <a:off x="5173428" y="3161781"/>
                <a:ext cx="3917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5F9033-3BC1-BFA8-D729-906F07354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428" y="3161781"/>
                <a:ext cx="39177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9ED774-A5AF-A027-B74B-71C17B878D1D}"/>
                  </a:ext>
                </a:extLst>
              </p:cNvPr>
              <p:cNvSpPr txBox="1"/>
              <p:nvPr/>
            </p:nvSpPr>
            <p:spPr>
              <a:xfrm>
                <a:off x="5565202" y="3395655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9ED774-A5AF-A027-B74B-71C17B878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202" y="3395655"/>
                <a:ext cx="3741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row: U-Turn 24">
            <a:extLst>
              <a:ext uri="{FF2B5EF4-FFF2-40B4-BE49-F238E27FC236}">
                <a16:creationId xmlns:a16="http://schemas.microsoft.com/office/drawing/2014/main" id="{F42BD033-9A61-B2E2-0850-A6E135B5EBAC}"/>
              </a:ext>
            </a:extLst>
          </p:cNvPr>
          <p:cNvSpPr/>
          <p:nvPr/>
        </p:nvSpPr>
        <p:spPr>
          <a:xfrm rot="2052778">
            <a:off x="5494442" y="2226016"/>
            <a:ext cx="374086" cy="367021"/>
          </a:xfrm>
          <a:prstGeom prst="uturnArrow">
            <a:avLst>
              <a:gd name="adj1" fmla="val 4412"/>
              <a:gd name="adj2" fmla="val 11733"/>
              <a:gd name="adj3" fmla="val 21048"/>
              <a:gd name="adj4" fmla="val 41281"/>
              <a:gd name="adj5" fmla="val 7703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3E39E86-2779-374A-B1D2-B22BCF3FFF0F}"/>
                  </a:ext>
                </a:extLst>
              </p:cNvPr>
              <p:cNvSpPr txBox="1"/>
              <p:nvPr/>
            </p:nvSpPr>
            <p:spPr>
              <a:xfrm>
                <a:off x="5781430" y="2272700"/>
                <a:ext cx="3824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3E39E86-2779-374A-B1D2-B22BCF3FF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430" y="2272700"/>
                <a:ext cx="38241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DC92A7-51FA-1899-35D3-AE71D11A0E96}"/>
              </a:ext>
            </a:extLst>
          </p:cNvPr>
          <p:cNvCxnSpPr>
            <a:cxnSpLocks/>
          </p:cNvCxnSpPr>
          <p:nvPr/>
        </p:nvCxnSpPr>
        <p:spPr>
          <a:xfrm>
            <a:off x="3218916" y="4046986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EFD0FE-96E1-7E70-34B0-78F21818D3FA}"/>
              </a:ext>
            </a:extLst>
          </p:cNvPr>
          <p:cNvCxnSpPr>
            <a:cxnSpLocks/>
          </p:cNvCxnSpPr>
          <p:nvPr/>
        </p:nvCxnSpPr>
        <p:spPr>
          <a:xfrm>
            <a:off x="3721656" y="4046986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0BD5605-0357-C3E4-283D-E785070084C9}"/>
              </a:ext>
            </a:extLst>
          </p:cNvPr>
          <p:cNvCxnSpPr>
            <a:cxnSpLocks/>
          </p:cNvCxnSpPr>
          <p:nvPr/>
        </p:nvCxnSpPr>
        <p:spPr>
          <a:xfrm>
            <a:off x="4224396" y="4046986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CD5FEC6-49E9-94E3-E9B3-9775BA5CC091}"/>
              </a:ext>
            </a:extLst>
          </p:cNvPr>
          <p:cNvCxnSpPr>
            <a:cxnSpLocks/>
          </p:cNvCxnSpPr>
          <p:nvPr/>
        </p:nvCxnSpPr>
        <p:spPr>
          <a:xfrm>
            <a:off x="4723068" y="4046987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C58CB2A-A0B3-E7A2-4BC7-9EC4795557B2}"/>
              </a:ext>
            </a:extLst>
          </p:cNvPr>
          <p:cNvCxnSpPr>
            <a:cxnSpLocks/>
          </p:cNvCxnSpPr>
          <p:nvPr/>
        </p:nvCxnSpPr>
        <p:spPr>
          <a:xfrm>
            <a:off x="5225808" y="4046987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2D66729-6CDF-15D1-020B-AD1AC634F886}"/>
              </a:ext>
            </a:extLst>
          </p:cNvPr>
          <p:cNvCxnSpPr>
            <a:cxnSpLocks/>
          </p:cNvCxnSpPr>
          <p:nvPr/>
        </p:nvCxnSpPr>
        <p:spPr>
          <a:xfrm>
            <a:off x="5225808" y="4046986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8AFB746-C3B0-4512-2196-FFC6828BD01F}"/>
              </a:ext>
            </a:extLst>
          </p:cNvPr>
          <p:cNvCxnSpPr>
            <a:cxnSpLocks/>
          </p:cNvCxnSpPr>
          <p:nvPr/>
        </p:nvCxnSpPr>
        <p:spPr>
          <a:xfrm>
            <a:off x="5728548" y="4046986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B383DE-7551-AE70-0869-5D7E5F0DBB70}"/>
              </a:ext>
            </a:extLst>
          </p:cNvPr>
          <p:cNvCxnSpPr>
            <a:cxnSpLocks/>
          </p:cNvCxnSpPr>
          <p:nvPr/>
        </p:nvCxnSpPr>
        <p:spPr>
          <a:xfrm>
            <a:off x="6231288" y="4046986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EFD8CF-65F5-7127-1597-3012F15A9A32}"/>
              </a:ext>
            </a:extLst>
          </p:cNvPr>
          <p:cNvCxnSpPr>
            <a:cxnSpLocks/>
          </p:cNvCxnSpPr>
          <p:nvPr/>
        </p:nvCxnSpPr>
        <p:spPr>
          <a:xfrm>
            <a:off x="6729960" y="4046987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6213695-5E77-9C91-34F8-D7CCF451489B}"/>
              </a:ext>
            </a:extLst>
          </p:cNvPr>
          <p:cNvCxnSpPr>
            <a:cxnSpLocks/>
          </p:cNvCxnSpPr>
          <p:nvPr/>
        </p:nvCxnSpPr>
        <p:spPr>
          <a:xfrm>
            <a:off x="7232700" y="4046987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03FC571-5A9D-892B-58AA-45DF37F35B68}"/>
              </a:ext>
            </a:extLst>
          </p:cNvPr>
          <p:cNvCxnSpPr>
            <a:cxnSpLocks/>
          </p:cNvCxnSpPr>
          <p:nvPr/>
        </p:nvCxnSpPr>
        <p:spPr>
          <a:xfrm>
            <a:off x="7671144" y="4046986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2665162-C521-E031-F872-422D6C3DFB1A}"/>
              </a:ext>
            </a:extLst>
          </p:cNvPr>
          <p:cNvCxnSpPr>
            <a:cxnSpLocks/>
          </p:cNvCxnSpPr>
          <p:nvPr/>
        </p:nvCxnSpPr>
        <p:spPr>
          <a:xfrm>
            <a:off x="8173884" y="4046986"/>
            <a:ext cx="173764" cy="3354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67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3F768E7E-8212-2CD4-B6C0-F37BE0A48AE2}"/>
              </a:ext>
            </a:extLst>
          </p:cNvPr>
          <p:cNvGrpSpPr/>
          <p:nvPr/>
        </p:nvGrpSpPr>
        <p:grpSpPr>
          <a:xfrm>
            <a:off x="773605" y="374330"/>
            <a:ext cx="4686736" cy="2560794"/>
            <a:chOff x="953776" y="1936412"/>
            <a:chExt cx="5722656" cy="312681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5785D99-4A09-AE1E-74E9-5B937F43CD82}"/>
                </a:ext>
              </a:extLst>
            </p:cNvPr>
            <p:cNvGrpSpPr/>
            <p:nvPr/>
          </p:nvGrpSpPr>
          <p:grpSpPr>
            <a:xfrm>
              <a:off x="953776" y="4727739"/>
              <a:ext cx="5722656" cy="335485"/>
              <a:chOff x="953776" y="5005137"/>
              <a:chExt cx="5722656" cy="335485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2697CFD-E200-BE39-4CAF-76855E827896}"/>
                  </a:ext>
                </a:extLst>
              </p:cNvPr>
              <p:cNvCxnSpPr/>
              <p:nvPr/>
            </p:nvCxnSpPr>
            <p:spPr>
              <a:xfrm>
                <a:off x="953776" y="5005137"/>
                <a:ext cx="572265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E240ADC-5931-D0E3-08F4-E51D038D8C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511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C994620-291D-9697-9822-C8FDB6C269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85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DE0C640-F41B-272B-2450-DABB8A898A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59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E62A84E-C8C0-89E8-089E-21A65D23D8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9267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1D63B54-74E2-5034-5C8A-9F96CE558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2007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5EE0DFF-B949-8396-1B2D-990EAB0CD2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200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0750839-E8E6-E651-03B8-01D4E59B87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474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6CCE947-40FD-DF45-44F8-6884A7B880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48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8475C76-6CC8-30E0-437E-A9E4105478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6159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75BB801-7529-13F8-2414-E5B774F327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899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D2836188-1751-5077-36F7-1BE0028F73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7343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4E11880-E33D-4A84-9045-D43952CD4F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0083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4A72F0B-759B-45FB-7503-D2FA3C43A5FB}"/>
                </a:ext>
              </a:extLst>
            </p:cNvPr>
            <p:cNvGrpSpPr/>
            <p:nvPr/>
          </p:nvGrpSpPr>
          <p:grpSpPr>
            <a:xfrm>
              <a:off x="2270687" y="1936412"/>
              <a:ext cx="4108101" cy="2751950"/>
              <a:chOff x="2270687" y="2213810"/>
              <a:chExt cx="4108101" cy="275195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62E5DE4-831E-21E5-342B-3520E0FDB3C8}"/>
                  </a:ext>
                </a:extLst>
              </p:cNvPr>
              <p:cNvSpPr/>
              <p:nvPr/>
            </p:nvSpPr>
            <p:spPr>
              <a:xfrm>
                <a:off x="2270687" y="2213810"/>
                <a:ext cx="2751950" cy="275195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71ED03-D697-B1B0-3F8F-0D4702344026}"/>
                  </a:ext>
                </a:extLst>
              </p:cNvPr>
              <p:cNvSpPr/>
              <p:nvPr/>
            </p:nvSpPr>
            <p:spPr>
              <a:xfrm>
                <a:off x="3551977" y="3491369"/>
                <a:ext cx="196832" cy="19683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FBA5369-4581-5DDA-A1C2-142351172163}"/>
                  </a:ext>
                </a:extLst>
              </p:cNvPr>
              <p:cNvCxnSpPr>
                <a:cxnSpLocks/>
                <a:stCxn id="30" idx="6"/>
              </p:cNvCxnSpPr>
              <p:nvPr/>
            </p:nvCxnSpPr>
            <p:spPr>
              <a:xfrm flipV="1">
                <a:off x="3748809" y="3578883"/>
                <a:ext cx="1845527" cy="10902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101E33C-E76A-3367-4E59-36216651D560}"/>
                  </a:ext>
                </a:extLst>
              </p:cNvPr>
              <p:cNvCxnSpPr>
                <a:cxnSpLocks/>
                <a:stCxn id="30" idx="3"/>
                <a:endCxn id="29" idx="3"/>
              </p:cNvCxnSpPr>
              <p:nvPr/>
            </p:nvCxnSpPr>
            <p:spPr>
              <a:xfrm flipH="1">
                <a:off x="2673701" y="3659376"/>
                <a:ext cx="907101" cy="90337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30DDFC-5734-438A-5965-17EDBD40FC95}"/>
                  </a:ext>
                </a:extLst>
              </p:cNvPr>
              <p:cNvSpPr txBox="1"/>
              <p:nvPr/>
            </p:nvSpPr>
            <p:spPr>
              <a:xfrm>
                <a:off x="2628233" y="3984145"/>
                <a:ext cx="264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EDAB5DE-FF9B-BFF8-D638-3E4D19974415}"/>
                      </a:ext>
                    </a:extLst>
                  </p:cNvPr>
                  <p:cNvSpPr txBox="1"/>
                  <p:nvPr/>
                </p:nvSpPr>
                <p:spPr>
                  <a:xfrm>
                    <a:off x="5253800" y="3140554"/>
                    <a:ext cx="1124988" cy="46662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0EDCE9AB-1B54-89B6-F876-5E78B88383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53800" y="3140554"/>
                    <a:ext cx="1124988" cy="46662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13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37122DC-FD86-2310-C17C-62A55D5CCDDC}"/>
              </a:ext>
            </a:extLst>
          </p:cNvPr>
          <p:cNvGrpSpPr/>
          <p:nvPr/>
        </p:nvGrpSpPr>
        <p:grpSpPr>
          <a:xfrm>
            <a:off x="994475" y="3175852"/>
            <a:ext cx="4686736" cy="3307818"/>
            <a:chOff x="1118162" y="2211294"/>
            <a:chExt cx="4686736" cy="3307818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BB62750-85B6-C5E3-D42E-74AD44328C41}"/>
                </a:ext>
              </a:extLst>
            </p:cNvPr>
            <p:cNvGrpSpPr/>
            <p:nvPr/>
          </p:nvGrpSpPr>
          <p:grpSpPr>
            <a:xfrm>
              <a:off x="1118162" y="4860931"/>
              <a:ext cx="4686736" cy="274755"/>
              <a:chOff x="953776" y="5005137"/>
              <a:chExt cx="5722656" cy="335485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DCF438E-F005-997F-B3C5-C58FCB8823A6}"/>
                  </a:ext>
                </a:extLst>
              </p:cNvPr>
              <p:cNvCxnSpPr/>
              <p:nvPr/>
            </p:nvCxnSpPr>
            <p:spPr>
              <a:xfrm>
                <a:off x="953776" y="5005137"/>
                <a:ext cx="572265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DE0D2240-9EE0-C0AD-2C8E-018FFFBBA6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511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F8B56FCF-49C7-A310-0613-236C84A308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85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1DF98BA2-44E9-15E3-3A9D-429AFDB267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59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05AA180E-9DC7-3E5A-043E-CF53F585B0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9267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779EAB15-07FB-B36A-E1CB-E86D7DF367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2007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8545D8B-A4BE-4D55-9BF6-877A86CB6C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200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21829CEC-6BC6-8F68-BF7F-DDBE8398B9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474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9CD74C84-BAEB-E918-9297-03C1118946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48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11CD4614-3092-7069-142E-F77ADA3837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6159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3E5C8E63-AA7B-75B7-9D22-DEF765D34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899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26A34E97-19A6-56B4-452A-AB22B9BCA6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7343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2811152D-F9F6-CD1B-425C-013421BF60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0083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C358A14-BEB7-797A-B695-9C0B14E47328}"/>
                </a:ext>
              </a:extLst>
            </p:cNvPr>
            <p:cNvCxnSpPr>
              <a:cxnSpLocks/>
              <a:stCxn id="102" idx="3"/>
              <a:endCxn id="105" idx="3"/>
            </p:cNvCxnSpPr>
            <p:nvPr/>
          </p:nvCxnSpPr>
          <p:spPr>
            <a:xfrm flipH="1">
              <a:off x="2526745" y="3758781"/>
              <a:ext cx="742897" cy="7398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F4CD42B-77E6-62D8-2117-A8F21248067E}"/>
                </a:ext>
              </a:extLst>
            </p:cNvPr>
            <p:cNvSpPr txBox="1"/>
            <p:nvPr/>
          </p:nvSpPr>
          <p:spPr>
            <a:xfrm>
              <a:off x="2489508" y="4024760"/>
              <a:ext cx="216879" cy="3024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D5E25E4-09BF-C849-9E67-6EB683C05DEB}"/>
                </a:ext>
              </a:extLst>
            </p:cNvPr>
            <p:cNvSpPr/>
            <p:nvPr/>
          </p:nvSpPr>
          <p:spPr>
            <a:xfrm>
              <a:off x="3246035" y="3621186"/>
              <a:ext cx="161201" cy="16120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0A2B2C7-12E4-DDF8-522B-F4E4B455EC8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361065" y="3227899"/>
              <a:ext cx="0" cy="1592791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9F901F3F-F60B-05B7-F571-9725D781D4DD}"/>
                </a:ext>
              </a:extLst>
            </p:cNvPr>
            <p:cNvGrpSpPr/>
            <p:nvPr/>
          </p:nvGrpSpPr>
          <p:grpSpPr>
            <a:xfrm>
              <a:off x="2196685" y="2211294"/>
              <a:ext cx="2253790" cy="2617388"/>
              <a:chOff x="2196685" y="1394864"/>
              <a:chExt cx="2253790" cy="2617388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60C8EA3-0542-ABF7-E442-A368C6F7BA20}"/>
                  </a:ext>
                </a:extLst>
              </p:cNvPr>
              <p:cNvSpPr/>
              <p:nvPr/>
            </p:nvSpPr>
            <p:spPr>
              <a:xfrm>
                <a:off x="2196685" y="1758462"/>
                <a:ext cx="2253790" cy="225379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410AD3FB-47AF-6ED5-DCD0-ECF319E16280}"/>
                  </a:ext>
                </a:extLst>
              </p:cNvPr>
              <p:cNvGrpSpPr/>
              <p:nvPr/>
            </p:nvGrpSpPr>
            <p:grpSpPr>
              <a:xfrm>
                <a:off x="3343614" y="1394864"/>
                <a:ext cx="1032412" cy="369332"/>
                <a:chOff x="3361064" y="1394864"/>
                <a:chExt cx="1032412" cy="369332"/>
              </a:xfrm>
            </p:grpSpPr>
            <p:cxnSp>
              <p:nvCxnSpPr>
                <p:cNvPr id="112" name="Straight Arrow Connector 111">
                  <a:extLst>
                    <a:ext uri="{FF2B5EF4-FFF2-40B4-BE49-F238E27FC236}">
                      <a16:creationId xmlns:a16="http://schemas.microsoft.com/office/drawing/2014/main" id="{62059E1D-7302-0063-4159-2748FB43B51E}"/>
                    </a:ext>
                  </a:extLst>
                </p:cNvPr>
                <p:cNvCxnSpPr/>
                <p:nvPr/>
              </p:nvCxnSpPr>
              <p:spPr>
                <a:xfrm>
                  <a:off x="3361064" y="1520456"/>
                  <a:ext cx="801896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AA993565-DF9B-81D1-5E19-838C649926BB}"/>
                    </a:ext>
                  </a:extLst>
                </p:cNvPr>
                <p:cNvSpPr txBox="1"/>
                <p:nvPr/>
              </p:nvSpPr>
              <p:spPr>
                <a:xfrm>
                  <a:off x="4109424" y="1394864"/>
                  <a:ext cx="28405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ysClr val="windowText" lastClr="000000"/>
                      </a:solidFill>
                    </a:rPr>
                    <a:t>x</a:t>
                  </a:r>
                </a:p>
              </p:txBody>
            </p: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F99CBD9B-E38A-B765-D59A-E3301338A65F}"/>
                    </a:ext>
                  </a:extLst>
                </p:cNvPr>
                <p:cNvCxnSpPr/>
                <p:nvPr/>
              </p:nvCxnSpPr>
              <p:spPr>
                <a:xfrm>
                  <a:off x="3364231" y="1433457"/>
                  <a:ext cx="0" cy="18466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73A2DD53-9861-621A-27D8-C4189753D2BB}"/>
                  </a:ext>
                </a:extLst>
              </p:cNvPr>
              <p:cNvGrpSpPr/>
              <p:nvPr/>
            </p:nvGrpSpPr>
            <p:grpSpPr>
              <a:xfrm>
                <a:off x="2467694" y="1758462"/>
                <a:ext cx="1652721" cy="1972368"/>
                <a:chOff x="2467694" y="1758462"/>
                <a:chExt cx="1652721" cy="1972368"/>
              </a:xfrm>
            </p:grpSpPr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13B072AA-3DBF-D71D-7943-13DA3CBB90B6}"/>
                    </a:ext>
                  </a:extLst>
                </p:cNvPr>
                <p:cNvCxnSpPr>
                  <a:stCxn id="102" idx="0"/>
                  <a:endCxn id="105" idx="0"/>
                </p:cNvCxnSpPr>
                <p:nvPr/>
              </p:nvCxnSpPr>
              <p:spPr>
                <a:xfrm flipH="1" flipV="1">
                  <a:off x="3323580" y="1758462"/>
                  <a:ext cx="3056" cy="104629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5562C91A-58B9-C48B-2933-3B2C8CB100D3}"/>
                    </a:ext>
                  </a:extLst>
                </p:cNvPr>
                <p:cNvCxnSpPr>
                  <a:cxnSpLocks/>
                  <a:stCxn id="102" idx="7"/>
                  <a:endCxn id="105" idx="7"/>
                </p:cNvCxnSpPr>
                <p:nvPr/>
              </p:nvCxnSpPr>
              <p:spPr>
                <a:xfrm flipV="1">
                  <a:off x="3383629" y="2088522"/>
                  <a:ext cx="736786" cy="73984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0" name="Arc 109">
                  <a:extLst>
                    <a:ext uri="{FF2B5EF4-FFF2-40B4-BE49-F238E27FC236}">
                      <a16:creationId xmlns:a16="http://schemas.microsoft.com/office/drawing/2014/main" id="{8F6C1691-6D5D-CE79-C3B6-6FB7E6814C9A}"/>
                    </a:ext>
                  </a:extLst>
                </p:cNvPr>
                <p:cNvSpPr/>
                <p:nvPr/>
              </p:nvSpPr>
              <p:spPr>
                <a:xfrm rot="8100000">
                  <a:off x="2467694" y="2108224"/>
                  <a:ext cx="1622606" cy="1622606"/>
                </a:xfrm>
                <a:prstGeom prst="arc">
                  <a:avLst>
                    <a:gd name="adj1" fmla="val 8398368"/>
                    <a:gd name="adj2" fmla="val 10758776"/>
                  </a:avLst>
                </a:prstGeom>
                <a:ln w="2857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B3DA2B9B-386B-5B94-0FC6-29AB0D61D983}"/>
                    </a:ext>
                  </a:extLst>
                </p:cNvPr>
                <p:cNvSpPr txBox="1"/>
                <p:nvPr/>
              </p:nvSpPr>
              <p:spPr>
                <a:xfrm>
                  <a:off x="3539360" y="1850907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dirty="0"/>
                    <a:t>θ</a:t>
                  </a:r>
                  <a:endParaRPr lang="en-US" dirty="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3F541F9-2CBA-24EB-9649-DF4D04E93E32}"/>
                </a:ext>
              </a:extLst>
            </p:cNvPr>
            <p:cNvGrpSpPr/>
            <p:nvPr/>
          </p:nvGrpSpPr>
          <p:grpSpPr>
            <a:xfrm>
              <a:off x="1465865" y="4451358"/>
              <a:ext cx="1857715" cy="923330"/>
              <a:chOff x="1465865" y="4451358"/>
              <a:chExt cx="1857715" cy="923330"/>
            </a:xfrm>
          </p:grpSpPr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88B6AD37-A529-6C07-8FF8-B3D53CE94202}"/>
                  </a:ext>
                </a:extLst>
              </p:cNvPr>
              <p:cNvCxnSpPr>
                <a:cxnSpLocks/>
                <a:stCxn id="105" idx="4"/>
              </p:cNvCxnSpPr>
              <p:nvPr/>
            </p:nvCxnSpPr>
            <p:spPr>
              <a:xfrm flipH="1">
                <a:off x="1589159" y="4828682"/>
                <a:ext cx="1734421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FF8BB9A-7CCA-959B-CC6E-5953AC506433}"/>
                  </a:ext>
                </a:extLst>
              </p:cNvPr>
              <p:cNvSpPr txBox="1"/>
              <p:nvPr/>
            </p:nvSpPr>
            <p:spPr>
              <a:xfrm>
                <a:off x="1465865" y="4451358"/>
                <a:ext cx="29944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f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f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BD4D0D4-02FF-D743-5066-1D36D0227EC4}"/>
                </a:ext>
              </a:extLst>
            </p:cNvPr>
            <p:cNvGrpSpPr/>
            <p:nvPr/>
          </p:nvGrpSpPr>
          <p:grpSpPr>
            <a:xfrm>
              <a:off x="2898193" y="3192435"/>
              <a:ext cx="917433" cy="2326677"/>
              <a:chOff x="2898193" y="3192435"/>
              <a:chExt cx="917433" cy="2326677"/>
            </a:xfrm>
          </p:grpSpPr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D185D06-D55D-6C6D-DC86-B9B536D2FEC2}"/>
                  </a:ext>
                </a:extLst>
              </p:cNvPr>
              <p:cNvSpPr txBox="1"/>
              <p:nvPr/>
            </p:nvSpPr>
            <p:spPr>
              <a:xfrm>
                <a:off x="3337610" y="5149780"/>
                <a:ext cx="47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mg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F93AF02-7BDE-CF68-F89D-C8FF41E23496}"/>
                  </a:ext>
                </a:extLst>
              </p:cNvPr>
              <p:cNvSpPr txBox="1"/>
              <p:nvPr/>
            </p:nvSpPr>
            <p:spPr>
              <a:xfrm>
                <a:off x="2898193" y="3192435"/>
                <a:ext cx="47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mg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0239602-AA8C-0273-C6D8-2F0ECED8E492}"/>
                  </a:ext>
                </a:extLst>
              </p:cNvPr>
              <p:cNvCxnSpPr>
                <a:cxnSpLocks/>
                <a:stCxn id="102" idx="4"/>
              </p:cNvCxnSpPr>
              <p:nvPr/>
            </p:nvCxnSpPr>
            <p:spPr>
              <a:xfrm>
                <a:off x="3326636" y="3782387"/>
                <a:ext cx="0" cy="1592791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57A00A9-44FA-83E6-DBAA-D391D8EC4EF5}"/>
              </a:ext>
            </a:extLst>
          </p:cNvPr>
          <p:cNvGrpSpPr/>
          <p:nvPr/>
        </p:nvGrpSpPr>
        <p:grpSpPr>
          <a:xfrm>
            <a:off x="6767001" y="181112"/>
            <a:ext cx="4686736" cy="3588645"/>
            <a:chOff x="1118162" y="2212848"/>
            <a:chExt cx="4686736" cy="3588645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4A31949B-2F71-BE70-4BB8-3395DEBB91F3}"/>
                </a:ext>
              </a:extLst>
            </p:cNvPr>
            <p:cNvGrpSpPr/>
            <p:nvPr/>
          </p:nvGrpSpPr>
          <p:grpSpPr>
            <a:xfrm>
              <a:off x="1118162" y="4862485"/>
              <a:ext cx="4686736" cy="274755"/>
              <a:chOff x="953776" y="5005137"/>
              <a:chExt cx="5722656" cy="335485"/>
            </a:xfrm>
          </p:grpSpPr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1E31AD70-2DBF-A009-3794-8F743E34D535}"/>
                  </a:ext>
                </a:extLst>
              </p:cNvPr>
              <p:cNvCxnSpPr/>
              <p:nvPr/>
            </p:nvCxnSpPr>
            <p:spPr>
              <a:xfrm>
                <a:off x="953776" y="5005137"/>
                <a:ext cx="572265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5AB5E1F6-EFD9-5A02-EC0C-A8DAD0AB4D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511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B4E10592-169E-ACA6-1FAE-CACD3D83CF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85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A027B8F3-61AA-2F87-4256-13C8680D57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59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0B379079-2249-7504-F536-4364E71196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9267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27FDC69A-9EC8-65C4-4BC7-44238E1ED3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2007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0E60BC77-1042-F176-3B5B-9C5A0B2EB3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200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2D8674C4-B99B-D145-A24C-D0D2C2E08C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474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05F447A9-19AD-65F8-8524-33E3AF9F0F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48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D618F5D1-FB7D-BAC9-AF6A-C82BC80D57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6159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11707861-176C-F686-B0DF-7951BA0123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899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946436F1-1BDD-D6E9-8419-7C5C0C0222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7343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21109B34-AF84-F61D-2249-B2DA8DCEE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0083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7" name="Arc 136">
              <a:extLst>
                <a:ext uri="{FF2B5EF4-FFF2-40B4-BE49-F238E27FC236}">
                  <a16:creationId xmlns:a16="http://schemas.microsoft.com/office/drawing/2014/main" id="{A4E6AFC9-6F0E-DEDE-BAED-CB18FCB82893}"/>
                </a:ext>
              </a:extLst>
            </p:cNvPr>
            <p:cNvSpPr/>
            <p:nvPr/>
          </p:nvSpPr>
          <p:spPr>
            <a:xfrm rot="18900000">
              <a:off x="2474901" y="2926207"/>
              <a:ext cx="1622606" cy="1622606"/>
            </a:xfrm>
            <a:prstGeom prst="arc">
              <a:avLst>
                <a:gd name="adj1" fmla="val 8015123"/>
                <a:gd name="adj2" fmla="val 10758776"/>
              </a:avLst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FBD770D-9F5A-65C4-377E-CDFCD9B1CF69}"/>
                </a:ext>
              </a:extLst>
            </p:cNvPr>
            <p:cNvGrpSpPr/>
            <p:nvPr/>
          </p:nvGrpSpPr>
          <p:grpSpPr>
            <a:xfrm>
              <a:off x="2196685" y="2576446"/>
              <a:ext cx="2253790" cy="2253790"/>
              <a:chOff x="2196685" y="1758462"/>
              <a:chExt cx="2253790" cy="2253790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3DDF706-587E-1C4A-CBA6-D4F9D8547467}"/>
                  </a:ext>
                </a:extLst>
              </p:cNvPr>
              <p:cNvGrpSpPr/>
              <p:nvPr/>
            </p:nvGrpSpPr>
            <p:grpSpPr>
              <a:xfrm>
                <a:off x="2467694" y="1758462"/>
                <a:ext cx="1652721" cy="2253790"/>
                <a:chOff x="2467694" y="1758462"/>
                <a:chExt cx="1652721" cy="2253790"/>
              </a:xfrm>
            </p:grpSpPr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383034B5-5843-0A05-6675-42A45023A3CF}"/>
                    </a:ext>
                  </a:extLst>
                </p:cNvPr>
                <p:cNvCxnSpPr>
                  <a:cxnSpLocks/>
                  <a:stCxn id="140" idx="4"/>
                  <a:endCxn id="140" idx="0"/>
                </p:cNvCxnSpPr>
                <p:nvPr/>
              </p:nvCxnSpPr>
              <p:spPr>
                <a:xfrm flipV="1">
                  <a:off x="3323580" y="1758462"/>
                  <a:ext cx="0" cy="225379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8DE39921-035D-61CD-EECB-0213B19B8816}"/>
                    </a:ext>
                  </a:extLst>
                </p:cNvPr>
                <p:cNvCxnSpPr>
                  <a:cxnSpLocks/>
                  <a:stCxn id="149" idx="7"/>
                  <a:endCxn id="140" idx="7"/>
                </p:cNvCxnSpPr>
                <p:nvPr/>
              </p:nvCxnSpPr>
              <p:spPr>
                <a:xfrm flipV="1">
                  <a:off x="3383629" y="2088522"/>
                  <a:ext cx="736786" cy="73984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Arc 142">
                  <a:extLst>
                    <a:ext uri="{FF2B5EF4-FFF2-40B4-BE49-F238E27FC236}">
                      <a16:creationId xmlns:a16="http://schemas.microsoft.com/office/drawing/2014/main" id="{63CC4A16-1FD9-A318-5D74-56AA878BE248}"/>
                    </a:ext>
                  </a:extLst>
                </p:cNvPr>
                <p:cNvSpPr/>
                <p:nvPr/>
              </p:nvSpPr>
              <p:spPr>
                <a:xfrm rot="8100000">
                  <a:off x="2467694" y="2108224"/>
                  <a:ext cx="1622606" cy="1622606"/>
                </a:xfrm>
                <a:prstGeom prst="arc">
                  <a:avLst>
                    <a:gd name="adj1" fmla="val 8398368"/>
                    <a:gd name="adj2" fmla="val 10758776"/>
                  </a:avLst>
                </a:prstGeom>
                <a:ln w="2857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EC130309-967C-D432-3C2B-FF65897A1ECC}"/>
                    </a:ext>
                  </a:extLst>
                </p:cNvPr>
                <p:cNvSpPr txBox="1"/>
                <p:nvPr/>
              </p:nvSpPr>
              <p:spPr>
                <a:xfrm>
                  <a:off x="3539360" y="1850907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dirty="0"/>
                    <a:t>θ</a:t>
                  </a:r>
                  <a:endParaRPr lang="en-US" dirty="0"/>
                </a:p>
              </p:txBody>
            </p:sp>
          </p:grp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83A55D0C-A0A4-DE29-77EF-9A6608D42E49}"/>
                  </a:ext>
                </a:extLst>
              </p:cNvPr>
              <p:cNvSpPr/>
              <p:nvPr/>
            </p:nvSpPr>
            <p:spPr>
              <a:xfrm>
                <a:off x="2196685" y="1758462"/>
                <a:ext cx="2253790" cy="225379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10889E7C-B590-2621-D490-92EB9DB88305}"/>
                </a:ext>
              </a:extLst>
            </p:cNvPr>
            <p:cNvCxnSpPr>
              <a:cxnSpLocks/>
              <a:stCxn id="149" idx="3"/>
              <a:endCxn id="140" idx="3"/>
            </p:cNvCxnSpPr>
            <p:nvPr/>
          </p:nvCxnSpPr>
          <p:spPr>
            <a:xfrm flipH="1">
              <a:off x="2526745" y="3760335"/>
              <a:ext cx="742897" cy="7398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2166322-85CC-FCF4-73B6-E9CEAB8FAB44}"/>
                </a:ext>
              </a:extLst>
            </p:cNvPr>
            <p:cNvSpPr txBox="1"/>
            <p:nvPr/>
          </p:nvSpPr>
          <p:spPr>
            <a:xfrm>
              <a:off x="2489508" y="4026314"/>
              <a:ext cx="216879" cy="3024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A7BF9CE5-76B0-7914-3175-11BBC02B9EE5}"/>
                </a:ext>
              </a:extLst>
            </p:cNvPr>
            <p:cNvCxnSpPr>
              <a:cxnSpLocks/>
            </p:cNvCxnSpPr>
            <p:nvPr/>
          </p:nvCxnSpPr>
          <p:spPr>
            <a:xfrm>
              <a:off x="2960876" y="4064768"/>
              <a:ext cx="0" cy="1592791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0D18BDA-B0F6-266B-CBF9-514D7462980B}"/>
                </a:ext>
              </a:extLst>
            </p:cNvPr>
            <p:cNvSpPr txBox="1"/>
            <p:nvPr/>
          </p:nvSpPr>
          <p:spPr>
            <a:xfrm>
              <a:off x="2971850" y="5432161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mg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2E2BAA5-D3F8-8C2F-250E-895CF24A2541}"/>
                </a:ext>
              </a:extLst>
            </p:cNvPr>
            <p:cNvSpPr/>
            <p:nvPr/>
          </p:nvSpPr>
          <p:spPr>
            <a:xfrm>
              <a:off x="3246035" y="3622740"/>
              <a:ext cx="161201" cy="16120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DC57DAA-8ADD-FCB0-DF64-9952AD7B0C8C}"/>
                </a:ext>
              </a:extLst>
            </p:cNvPr>
            <p:cNvCxnSpPr>
              <a:cxnSpLocks/>
              <a:stCxn id="140" idx="4"/>
            </p:cNvCxnSpPr>
            <p:nvPr/>
          </p:nvCxnSpPr>
          <p:spPr>
            <a:xfrm flipH="1">
              <a:off x="1589159" y="4830236"/>
              <a:ext cx="1734421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565DEC5-4639-9A0C-3608-DAE3143FD42B}"/>
                </a:ext>
              </a:extLst>
            </p:cNvPr>
            <p:cNvSpPr txBox="1"/>
            <p:nvPr/>
          </p:nvSpPr>
          <p:spPr>
            <a:xfrm>
              <a:off x="1465865" y="4452912"/>
              <a:ext cx="29944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f</a:t>
              </a:r>
              <a:r>
                <a:rPr lang="en-US" baseline="-25000" dirty="0">
                  <a:solidFill>
                    <a:srgbClr val="FF0000"/>
                  </a:solidFill>
                </a:rPr>
                <a:t>f</a:t>
              </a:r>
              <a:endParaRPr lang="en-US" dirty="0">
                <a:solidFill>
                  <a:srgbClr val="FF0000"/>
                </a:solidFill>
              </a:endParaRPr>
            </a:p>
            <a:p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F7B0C203-A544-CD0F-92F4-17ED6FF4192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361065" y="3229453"/>
              <a:ext cx="0" cy="1592791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52134BE-F52D-3A6B-F4C2-B121A09C9630}"/>
                </a:ext>
              </a:extLst>
            </p:cNvPr>
            <p:cNvSpPr txBox="1"/>
            <p:nvPr/>
          </p:nvSpPr>
          <p:spPr>
            <a:xfrm>
              <a:off x="2898193" y="3193989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mg</a:t>
              </a:r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AE2FA213-741A-A418-45FB-24FC54C58C41}"/>
                </a:ext>
              </a:extLst>
            </p:cNvPr>
            <p:cNvGrpSpPr/>
            <p:nvPr/>
          </p:nvGrpSpPr>
          <p:grpSpPr>
            <a:xfrm>
              <a:off x="3343614" y="2212848"/>
              <a:ext cx="1032412" cy="369332"/>
              <a:chOff x="3361064" y="1394864"/>
              <a:chExt cx="1032412" cy="369332"/>
            </a:xfrm>
          </p:grpSpPr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995B61A6-DA7D-6C9B-D552-DD4D3177A1F4}"/>
                  </a:ext>
                </a:extLst>
              </p:cNvPr>
              <p:cNvCxnSpPr/>
              <p:nvPr/>
            </p:nvCxnSpPr>
            <p:spPr>
              <a:xfrm>
                <a:off x="3361064" y="1520456"/>
                <a:ext cx="80189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E6A3498F-911B-E9E9-1526-D455D8C7EB13}"/>
                  </a:ext>
                </a:extLst>
              </p:cNvPr>
              <p:cNvSpPr txBox="1"/>
              <p:nvPr/>
            </p:nvSpPr>
            <p:spPr>
              <a:xfrm>
                <a:off x="4109424" y="1394864"/>
                <a:ext cx="284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ysClr val="windowText" lastClr="000000"/>
                    </a:solidFill>
                  </a:rPr>
                  <a:t>x</a:t>
                </a:r>
              </a:p>
            </p:txBody>
          </p: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6B19A6C4-ABE6-CD82-4ABC-09AB1B716E0E}"/>
                  </a:ext>
                </a:extLst>
              </p:cNvPr>
              <p:cNvCxnSpPr/>
              <p:nvPr/>
            </p:nvCxnSpPr>
            <p:spPr>
              <a:xfrm>
                <a:off x="3364231" y="1433457"/>
                <a:ext cx="0" cy="1846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DBF15E7E-E815-F959-52A7-0EA4657E3CC5}"/>
                </a:ext>
              </a:extLst>
            </p:cNvPr>
            <p:cNvSpPr/>
            <p:nvPr/>
          </p:nvSpPr>
          <p:spPr>
            <a:xfrm>
              <a:off x="2878846" y="3984167"/>
              <a:ext cx="161201" cy="16120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A696620-F2D0-0D16-3BE5-741DBEC53B34}"/>
                </a:ext>
              </a:extLst>
            </p:cNvPr>
            <p:cNvSpPr txBox="1"/>
            <p:nvPr/>
          </p:nvSpPr>
          <p:spPr>
            <a:xfrm>
              <a:off x="2946897" y="3611067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444E9A0-4FCA-E292-9B77-50CF03C84C3C}"/>
                </a:ext>
              </a:extLst>
            </p:cNvPr>
            <p:cNvSpPr txBox="1"/>
            <p:nvPr/>
          </p:nvSpPr>
          <p:spPr>
            <a:xfrm>
              <a:off x="3021895" y="4206225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θ</a:t>
              </a:r>
              <a:endParaRPr lang="en-US" dirty="0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21DD9E68-AB0F-EFB5-BFB5-812651FD247F}"/>
                </a:ext>
              </a:extLst>
            </p:cNvPr>
            <p:cNvGrpSpPr/>
            <p:nvPr/>
          </p:nvGrpSpPr>
          <p:grpSpPr>
            <a:xfrm>
              <a:off x="1465865" y="4451358"/>
              <a:ext cx="1857715" cy="377324"/>
              <a:chOff x="1465865" y="4451358"/>
              <a:chExt cx="1857715" cy="377324"/>
            </a:xfrm>
          </p:grpSpPr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41863837-0B18-F0DD-0185-5DCC4D6CF4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89159" y="4828682"/>
                <a:ext cx="1734421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BA18F88B-408E-03C6-DBA0-9B5625E41E97}"/>
                  </a:ext>
                </a:extLst>
              </p:cNvPr>
              <p:cNvSpPr txBox="1"/>
              <p:nvPr/>
            </p:nvSpPr>
            <p:spPr>
              <a:xfrm>
                <a:off x="1465865" y="4451358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0774DDB5-4F02-CBEC-5409-EDC80B05499C}"/>
                </a:ext>
              </a:extLst>
            </p:cNvPr>
            <p:cNvGrpSpPr/>
            <p:nvPr/>
          </p:nvGrpSpPr>
          <p:grpSpPr>
            <a:xfrm>
              <a:off x="2555937" y="3187283"/>
              <a:ext cx="1258045" cy="1008508"/>
              <a:chOff x="2555937" y="3187283"/>
              <a:chExt cx="1258045" cy="1008508"/>
            </a:xfrm>
          </p:grpSpPr>
          <p:sp>
            <p:nvSpPr>
              <p:cNvPr id="165" name="Arc 164">
                <a:extLst>
                  <a:ext uri="{FF2B5EF4-FFF2-40B4-BE49-F238E27FC236}">
                    <a16:creationId xmlns:a16="http://schemas.microsoft.com/office/drawing/2014/main" id="{DEB93FB8-02B7-AE4B-5BEB-85AEFC34ED6B}"/>
                  </a:ext>
                </a:extLst>
              </p:cNvPr>
              <p:cNvSpPr/>
              <p:nvPr/>
            </p:nvSpPr>
            <p:spPr>
              <a:xfrm rot="2700000">
                <a:off x="2805474" y="3187283"/>
                <a:ext cx="1008508" cy="1008508"/>
              </a:xfrm>
              <a:prstGeom prst="arc">
                <a:avLst>
                  <a:gd name="adj1" fmla="val 6478013"/>
                  <a:gd name="adj2" fmla="val 0"/>
                </a:avLst>
              </a:prstGeom>
              <a:ln w="28575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7E5B1715-9E70-1193-187B-DD4C79BB888E}"/>
                  </a:ext>
                </a:extLst>
              </p:cNvPr>
              <p:cNvSpPr txBox="1"/>
              <p:nvPr/>
            </p:nvSpPr>
            <p:spPr>
              <a:xfrm>
                <a:off x="2555937" y="3540299"/>
                <a:ext cx="224756" cy="3024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>
                    <a:solidFill>
                      <a:srgbClr val="FF0000"/>
                    </a:solidFill>
                  </a:rPr>
                  <a:t>τ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26D7A2A-C5A4-4FA4-B8CA-E6D0EE025A7C}"/>
              </a:ext>
            </a:extLst>
          </p:cNvPr>
          <p:cNvGrpSpPr/>
          <p:nvPr/>
        </p:nvGrpSpPr>
        <p:grpSpPr>
          <a:xfrm>
            <a:off x="7445574" y="3346232"/>
            <a:ext cx="4686736" cy="3588645"/>
            <a:chOff x="1118162" y="1394864"/>
            <a:chExt cx="4686736" cy="3588645"/>
          </a:xfrm>
        </p:grpSpPr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840EC521-30F7-6E2B-E0F8-DE51127067B7}"/>
                </a:ext>
              </a:extLst>
            </p:cNvPr>
            <p:cNvGrpSpPr/>
            <p:nvPr/>
          </p:nvGrpSpPr>
          <p:grpSpPr>
            <a:xfrm>
              <a:off x="1118162" y="4044501"/>
              <a:ext cx="4686736" cy="274755"/>
              <a:chOff x="953776" y="5005137"/>
              <a:chExt cx="5722656" cy="335485"/>
            </a:xfrm>
          </p:grpSpPr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32D01E08-DD1E-59CB-9E19-A28C6E47FC19}"/>
                  </a:ext>
                </a:extLst>
              </p:cNvPr>
              <p:cNvCxnSpPr/>
              <p:nvPr/>
            </p:nvCxnSpPr>
            <p:spPr>
              <a:xfrm>
                <a:off x="953776" y="5005137"/>
                <a:ext cx="572265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E47C98EA-EBE3-6B2C-8512-44B5187EB6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511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C70FB994-105E-6A28-0545-7329AB16BD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85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D8B0311D-C923-B6EF-2DA4-4FECB25D30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0595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59A8AA8A-5003-C428-9B0D-5EAF5FD84F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9267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F2FC6BAC-297F-DFC7-B286-B740282A91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2007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B86D5C82-813C-EDC5-1F54-BAA0990E58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200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A4ED67B2-89DC-B6A7-8078-B46F24F2FC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474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64B96374-F15E-3EAF-56B9-85D11498AE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487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16666EF0-BE14-E666-F65F-C1C0A7E21A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6159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A72BA808-EC33-B57E-AA8B-E3CF471F76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899" y="5005138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1C59BC83-FEE5-8238-F9C3-8B386FCEF1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7343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81305F01-B3F5-F3DB-207E-7FB8116515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0083" y="5005137"/>
                <a:ext cx="173764" cy="33548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1F5A48DD-31C6-3BAA-FD39-E49B3A7E2070}"/>
                </a:ext>
              </a:extLst>
            </p:cNvPr>
            <p:cNvGrpSpPr/>
            <p:nvPr/>
          </p:nvGrpSpPr>
          <p:grpSpPr>
            <a:xfrm>
              <a:off x="1465865" y="1394864"/>
              <a:ext cx="2984610" cy="3588645"/>
              <a:chOff x="1465865" y="1394864"/>
              <a:chExt cx="2984610" cy="3588645"/>
            </a:xfrm>
          </p:grpSpPr>
          <p:sp>
            <p:nvSpPr>
              <p:cNvPr id="171" name="Arc 170">
                <a:extLst>
                  <a:ext uri="{FF2B5EF4-FFF2-40B4-BE49-F238E27FC236}">
                    <a16:creationId xmlns:a16="http://schemas.microsoft.com/office/drawing/2014/main" id="{F28CA7DE-97F3-D170-89AF-83732000F915}"/>
                  </a:ext>
                </a:extLst>
              </p:cNvPr>
              <p:cNvSpPr/>
              <p:nvPr/>
            </p:nvSpPr>
            <p:spPr>
              <a:xfrm rot="18900000">
                <a:off x="2474901" y="2108223"/>
                <a:ext cx="1622606" cy="1622606"/>
              </a:xfrm>
              <a:prstGeom prst="arc">
                <a:avLst>
                  <a:gd name="adj1" fmla="val 8015123"/>
                  <a:gd name="adj2" fmla="val 10758776"/>
                </a:avLst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4D561CFF-E694-4429-7C13-965C8EBB6C79}"/>
                  </a:ext>
                </a:extLst>
              </p:cNvPr>
              <p:cNvGrpSpPr/>
              <p:nvPr/>
            </p:nvGrpSpPr>
            <p:grpSpPr>
              <a:xfrm>
                <a:off x="2196685" y="1758462"/>
                <a:ext cx="2253790" cy="2253790"/>
                <a:chOff x="2196685" y="1758462"/>
                <a:chExt cx="2253790" cy="2253790"/>
              </a:xfrm>
            </p:grpSpPr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6585EF3B-740A-3DEF-01E9-CBB0B2C1D728}"/>
                    </a:ext>
                  </a:extLst>
                </p:cNvPr>
                <p:cNvGrpSpPr/>
                <p:nvPr/>
              </p:nvGrpSpPr>
              <p:grpSpPr>
                <a:xfrm>
                  <a:off x="2467694" y="1758462"/>
                  <a:ext cx="1652721" cy="2253790"/>
                  <a:chOff x="2467694" y="1758462"/>
                  <a:chExt cx="1652721" cy="2253790"/>
                </a:xfrm>
              </p:grpSpPr>
              <p:cxnSp>
                <p:nvCxnSpPr>
                  <p:cNvPr id="195" name="Straight Connector 194">
                    <a:extLst>
                      <a:ext uri="{FF2B5EF4-FFF2-40B4-BE49-F238E27FC236}">
                        <a16:creationId xmlns:a16="http://schemas.microsoft.com/office/drawing/2014/main" id="{7D4A8100-34F6-7499-47F8-2986A3163B17}"/>
                      </a:ext>
                    </a:extLst>
                  </p:cNvPr>
                  <p:cNvCxnSpPr>
                    <a:cxnSpLocks/>
                    <a:stCxn id="194" idx="4"/>
                    <a:endCxn id="194" idx="0"/>
                  </p:cNvCxnSpPr>
                  <p:nvPr/>
                </p:nvCxnSpPr>
                <p:spPr>
                  <a:xfrm flipV="1">
                    <a:off x="3323580" y="1758462"/>
                    <a:ext cx="0" cy="225379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Connector 195">
                    <a:extLst>
                      <a:ext uri="{FF2B5EF4-FFF2-40B4-BE49-F238E27FC236}">
                        <a16:creationId xmlns:a16="http://schemas.microsoft.com/office/drawing/2014/main" id="{49CA7A71-97D2-4F94-515D-6719371807D1}"/>
                      </a:ext>
                    </a:extLst>
                  </p:cNvPr>
                  <p:cNvCxnSpPr>
                    <a:cxnSpLocks/>
                    <a:stCxn id="179" idx="7"/>
                    <a:endCxn id="194" idx="7"/>
                  </p:cNvCxnSpPr>
                  <p:nvPr/>
                </p:nvCxnSpPr>
                <p:spPr>
                  <a:xfrm flipV="1">
                    <a:off x="3383629" y="2088522"/>
                    <a:ext cx="736786" cy="73984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7" name="Arc 196">
                    <a:extLst>
                      <a:ext uri="{FF2B5EF4-FFF2-40B4-BE49-F238E27FC236}">
                        <a16:creationId xmlns:a16="http://schemas.microsoft.com/office/drawing/2014/main" id="{4027D245-5C3E-8063-8748-0EF4CCCAD14D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2467694" y="2108224"/>
                    <a:ext cx="1622606" cy="1622606"/>
                  </a:xfrm>
                  <a:prstGeom prst="arc">
                    <a:avLst>
                      <a:gd name="adj1" fmla="val 8398368"/>
                      <a:gd name="adj2" fmla="val 10758776"/>
                    </a:avLst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77343407-4EC8-F184-CD91-10FED82159F5}"/>
                      </a:ext>
                    </a:extLst>
                  </p:cNvPr>
                  <p:cNvSpPr txBox="1"/>
                  <p:nvPr/>
                </p:nvSpPr>
                <p:spPr>
                  <a:xfrm>
                    <a:off x="3539360" y="1850907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l-GR" dirty="0"/>
                      <a:t>θ</a:t>
                    </a:r>
                    <a:endParaRPr lang="en-US" dirty="0"/>
                  </a:p>
                </p:txBody>
              </p:sp>
            </p:grp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0C2C9674-7861-4249-C551-D8D7DAE65993}"/>
                    </a:ext>
                  </a:extLst>
                </p:cNvPr>
                <p:cNvSpPr/>
                <p:nvPr/>
              </p:nvSpPr>
              <p:spPr>
                <a:xfrm>
                  <a:off x="2196685" y="1758462"/>
                  <a:ext cx="2253790" cy="2253790"/>
                </a:xfrm>
                <a:prstGeom prst="ellipse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E23A65FE-9599-47B2-87E8-DF807C2A68D3}"/>
                  </a:ext>
                </a:extLst>
              </p:cNvPr>
              <p:cNvCxnSpPr>
                <a:cxnSpLocks/>
                <a:stCxn id="179" idx="3"/>
                <a:endCxn id="194" idx="3"/>
              </p:cNvCxnSpPr>
              <p:nvPr/>
            </p:nvCxnSpPr>
            <p:spPr>
              <a:xfrm flipH="1">
                <a:off x="2526745" y="2942351"/>
                <a:ext cx="742897" cy="73984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492D960-D8B8-0955-53A0-E180023ACEDA}"/>
                  </a:ext>
                </a:extLst>
              </p:cNvPr>
              <p:cNvSpPr txBox="1"/>
              <p:nvPr/>
            </p:nvSpPr>
            <p:spPr>
              <a:xfrm>
                <a:off x="2489508" y="3208330"/>
                <a:ext cx="216879" cy="3024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sp>
            <p:nvSpPr>
              <p:cNvPr id="175" name="Arc 174">
                <a:extLst>
                  <a:ext uri="{FF2B5EF4-FFF2-40B4-BE49-F238E27FC236}">
                    <a16:creationId xmlns:a16="http://schemas.microsoft.com/office/drawing/2014/main" id="{CFCBEFC4-3DE2-DAF8-2C15-28FBE6085BDE}"/>
                  </a:ext>
                </a:extLst>
              </p:cNvPr>
              <p:cNvSpPr/>
              <p:nvPr/>
            </p:nvSpPr>
            <p:spPr>
              <a:xfrm rot="2700000">
                <a:off x="2805474" y="2369299"/>
                <a:ext cx="1008508" cy="1008508"/>
              </a:xfrm>
              <a:prstGeom prst="arc">
                <a:avLst>
                  <a:gd name="adj1" fmla="val 6478013"/>
                  <a:gd name="adj2" fmla="val 0"/>
                </a:avLst>
              </a:prstGeom>
              <a:ln w="28575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736280D8-77C8-C075-A57E-6E4AB42B5FCB}"/>
                  </a:ext>
                </a:extLst>
              </p:cNvPr>
              <p:cNvSpPr txBox="1"/>
              <p:nvPr/>
            </p:nvSpPr>
            <p:spPr>
              <a:xfrm>
                <a:off x="2555937" y="2722315"/>
                <a:ext cx="224756" cy="3024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>
                    <a:solidFill>
                      <a:srgbClr val="FF0000"/>
                    </a:solidFill>
                  </a:rPr>
                  <a:t>τ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2040D88C-E400-DA88-E5BB-EBF0862FE0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0876" y="3246784"/>
                <a:ext cx="0" cy="1592791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6C862DDE-54FE-EC00-1FC2-55B9EDEC3F3A}"/>
                  </a:ext>
                </a:extLst>
              </p:cNvPr>
              <p:cNvSpPr txBox="1"/>
              <p:nvPr/>
            </p:nvSpPr>
            <p:spPr>
              <a:xfrm>
                <a:off x="2971850" y="4614177"/>
                <a:ext cx="47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mg</a:t>
                </a:r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D954841F-5470-C5E6-4025-6B4E8F0106A4}"/>
                  </a:ext>
                </a:extLst>
              </p:cNvPr>
              <p:cNvSpPr/>
              <p:nvPr/>
            </p:nvSpPr>
            <p:spPr>
              <a:xfrm>
                <a:off x="3246035" y="2804756"/>
                <a:ext cx="161201" cy="16120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1FCC9C3C-879B-F6B0-294C-8653D7B56920}"/>
                  </a:ext>
                </a:extLst>
              </p:cNvPr>
              <p:cNvCxnSpPr>
                <a:cxnSpLocks/>
                <a:stCxn id="194" idx="4"/>
              </p:cNvCxnSpPr>
              <p:nvPr/>
            </p:nvCxnSpPr>
            <p:spPr>
              <a:xfrm flipH="1">
                <a:off x="1589159" y="4012252"/>
                <a:ext cx="1734421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52545FE-D07A-0EBE-5E57-E46847E3FD0F}"/>
                  </a:ext>
                </a:extLst>
              </p:cNvPr>
              <p:cNvSpPr txBox="1"/>
              <p:nvPr/>
            </p:nvSpPr>
            <p:spPr>
              <a:xfrm>
                <a:off x="1465865" y="3634928"/>
                <a:ext cx="29944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f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f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C0FE7D75-47AC-6664-78E0-7F55666BB97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361065" y="2411469"/>
                <a:ext cx="0" cy="1592791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73363843-B62A-0087-611E-1E6FB1F8C91A}"/>
                  </a:ext>
                </a:extLst>
              </p:cNvPr>
              <p:cNvSpPr txBox="1"/>
              <p:nvPr/>
            </p:nvSpPr>
            <p:spPr>
              <a:xfrm>
                <a:off x="2898193" y="2376005"/>
                <a:ext cx="47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mg</a:t>
                </a:r>
              </a:p>
            </p:txBody>
          </p:sp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9CA78359-DB5E-8028-E74D-49B4988B0A58}"/>
                  </a:ext>
                </a:extLst>
              </p:cNvPr>
              <p:cNvGrpSpPr/>
              <p:nvPr/>
            </p:nvGrpSpPr>
            <p:grpSpPr>
              <a:xfrm>
                <a:off x="3343614" y="1394864"/>
                <a:ext cx="1032412" cy="369332"/>
                <a:chOff x="3361064" y="1394864"/>
                <a:chExt cx="1032412" cy="369332"/>
              </a:xfrm>
            </p:grpSpPr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6B5A20DF-545A-AFB7-996D-D8041859DD08}"/>
                    </a:ext>
                  </a:extLst>
                </p:cNvPr>
                <p:cNvCxnSpPr/>
                <p:nvPr/>
              </p:nvCxnSpPr>
              <p:spPr>
                <a:xfrm>
                  <a:off x="3361064" y="1520456"/>
                  <a:ext cx="801896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A390E975-53EE-D6BD-F1D2-EFF8597BB07E}"/>
                    </a:ext>
                  </a:extLst>
                </p:cNvPr>
                <p:cNvSpPr txBox="1"/>
                <p:nvPr/>
              </p:nvSpPr>
              <p:spPr>
                <a:xfrm>
                  <a:off x="4109424" y="1394864"/>
                  <a:ext cx="28405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ysClr val="windowText" lastClr="000000"/>
                      </a:solidFill>
                    </a:rPr>
                    <a:t>x</a:t>
                  </a:r>
                </a:p>
              </p:txBody>
            </p: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B4580DA5-4C69-5BF9-3465-BD38DAFBD10D}"/>
                    </a:ext>
                  </a:extLst>
                </p:cNvPr>
                <p:cNvCxnSpPr/>
                <p:nvPr/>
              </p:nvCxnSpPr>
              <p:spPr>
                <a:xfrm>
                  <a:off x="3364231" y="1433457"/>
                  <a:ext cx="0" cy="18466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5" name="Arc 184">
                <a:extLst>
                  <a:ext uri="{FF2B5EF4-FFF2-40B4-BE49-F238E27FC236}">
                    <a16:creationId xmlns:a16="http://schemas.microsoft.com/office/drawing/2014/main" id="{3F723B22-C8A1-FEC6-F3E6-7EED82832136}"/>
                  </a:ext>
                </a:extLst>
              </p:cNvPr>
              <p:cNvSpPr/>
              <p:nvPr/>
            </p:nvSpPr>
            <p:spPr>
              <a:xfrm rot="2700000">
                <a:off x="2672856" y="2232851"/>
                <a:ext cx="1256500" cy="1256500"/>
              </a:xfrm>
              <a:prstGeom prst="arc">
                <a:avLst>
                  <a:gd name="adj1" fmla="val 9455298"/>
                  <a:gd name="adj2" fmla="val 0"/>
                </a:avLst>
              </a:prstGeom>
              <a:ln w="28575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6" name="TextBox 185">
                    <a:extLst>
                      <a:ext uri="{FF2B5EF4-FFF2-40B4-BE49-F238E27FC236}">
                        <a16:creationId xmlns:a16="http://schemas.microsoft.com/office/drawing/2014/main" id="{0ABE0088-246C-223B-4789-488D0BC24230}"/>
                      </a:ext>
                    </a:extLst>
                  </p:cNvPr>
                  <p:cNvSpPr txBox="1"/>
                  <p:nvPr/>
                </p:nvSpPr>
                <p:spPr>
                  <a:xfrm>
                    <a:off x="2349263" y="2306272"/>
                    <a:ext cx="737534" cy="38215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FF0000"/>
                        </a:solidFill>
                      </a:rPr>
                      <a:t>b</a:t>
                    </a:r>
                    <a14:m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acc>
                      </m:oMath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5072A4DE-DBD6-9A57-5ECF-A65177688F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49263" y="2306272"/>
                    <a:ext cx="737534" cy="38215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612" t="-4839" b="-274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1835EB92-BE43-DC31-DAFE-13EBCDC60975}"/>
                  </a:ext>
                </a:extLst>
              </p:cNvPr>
              <p:cNvSpPr/>
              <p:nvPr/>
            </p:nvSpPr>
            <p:spPr>
              <a:xfrm>
                <a:off x="2878846" y="3166183"/>
                <a:ext cx="161201" cy="16120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A929F281-173E-B4E8-20AA-3F4773248292}"/>
                  </a:ext>
                </a:extLst>
              </p:cNvPr>
              <p:cNvSpPr txBox="1"/>
              <p:nvPr/>
            </p:nvSpPr>
            <p:spPr>
              <a:xfrm>
                <a:off x="2946897" y="2793083"/>
                <a:ext cx="237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</a:t>
                </a: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BA1A595F-4B37-1BEF-72B2-19A3669EC0F1}"/>
                  </a:ext>
                </a:extLst>
              </p:cNvPr>
              <p:cNvSpPr txBox="1"/>
              <p:nvPr/>
            </p:nvSpPr>
            <p:spPr>
              <a:xfrm>
                <a:off x="3021895" y="3388241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/>
                  <a:t>θ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662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B2E04-DD4C-B2DF-06F5-65BF73A03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33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rginally Stable System Response.: | Download Scientific Diagram">
            <a:extLst>
              <a:ext uri="{FF2B5EF4-FFF2-40B4-BE49-F238E27FC236}">
                <a16:creationId xmlns:a16="http://schemas.microsoft.com/office/drawing/2014/main" id="{C9232318-3649-ADFB-4D36-3CB121B5CC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8"/>
          <a:stretch/>
        </p:blipFill>
        <p:spPr bwMode="auto">
          <a:xfrm>
            <a:off x="3710069" y="2028825"/>
            <a:ext cx="5672055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A37081-0FCD-42E8-6D59-5CD39C3C7649}"/>
                  </a:ext>
                </a:extLst>
              </p:cNvPr>
              <p:cNvSpPr txBox="1"/>
              <p:nvPr/>
            </p:nvSpPr>
            <p:spPr>
              <a:xfrm>
                <a:off x="3046555" y="2166825"/>
                <a:ext cx="66351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A37081-0FCD-42E8-6D59-5CD39C3C7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555" y="2166825"/>
                <a:ext cx="66351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D6F87B-0BE9-B315-A729-D670C539C486}"/>
                  </a:ext>
                </a:extLst>
              </p:cNvPr>
              <p:cNvSpPr txBox="1"/>
              <p:nvPr/>
            </p:nvSpPr>
            <p:spPr>
              <a:xfrm>
                <a:off x="6214340" y="2392896"/>
                <a:ext cx="2184272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D6F87B-0BE9-B315-A729-D670C539C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340" y="2392896"/>
                <a:ext cx="2184272" cy="646331"/>
              </a:xfrm>
              <a:prstGeom prst="rect">
                <a:avLst/>
              </a:prstGeom>
              <a:blipFill>
                <a:blip r:embed="rId4"/>
                <a:stretch>
                  <a:fillRect r="-43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BD350E-1AD1-ECE4-171C-547CC86E4335}"/>
                  </a:ext>
                </a:extLst>
              </p:cNvPr>
              <p:cNvSpPr txBox="1"/>
              <p:nvPr/>
            </p:nvSpPr>
            <p:spPr>
              <a:xfrm>
                <a:off x="8398612" y="3818774"/>
                <a:ext cx="33457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BD350E-1AD1-ECE4-171C-547CC86E4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612" y="3818774"/>
                <a:ext cx="3345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44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775784-EEF5-6FAE-49E7-32BAC04D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A721256-2BB7-36F0-AF2B-ACEA25E53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 lnSpcReduction="1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Mechanical system: Drive motor, pendulum, flywheel, head servo, fabrication and materials</a:t>
            </a:r>
          </a:p>
          <a:p>
            <a:pPr marL="342900" indent="-342900">
              <a:buFontTx/>
              <a:buChar char="-"/>
            </a:pPr>
            <a:r>
              <a:rPr lang="en-US" dirty="0"/>
              <a:t>Electrical overview: </a:t>
            </a:r>
            <a:r>
              <a:rPr lang="en-US" dirty="0" err="1"/>
              <a:t>PSoC</a:t>
            </a:r>
            <a:r>
              <a:rPr lang="en-US" dirty="0"/>
              <a:t> Stick, RC receiver, MPU6050, DBH-12V motor driver, </a:t>
            </a:r>
            <a:r>
              <a:rPr lang="en-US" dirty="0" err="1"/>
              <a:t>Pololu</a:t>
            </a:r>
            <a:r>
              <a:rPr lang="en-US" dirty="0"/>
              <a:t> 12V DC Motor, </a:t>
            </a:r>
            <a:r>
              <a:rPr lang="en-US" dirty="0" err="1"/>
              <a:t>goBilda</a:t>
            </a:r>
            <a:r>
              <a:rPr lang="en-US" dirty="0"/>
              <a:t> servo,  LM7805</a:t>
            </a:r>
          </a:p>
        </p:txBody>
      </p:sp>
    </p:spTree>
    <p:extLst>
      <p:ext uri="{BB962C8B-B14F-4D97-AF65-F5344CB8AC3E}">
        <p14:creationId xmlns:p14="http://schemas.microsoft.com/office/powerpoint/2010/main" val="208255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33AA32-5716-502D-8739-1527EE2E0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11" y="0"/>
            <a:ext cx="5573914" cy="6858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8CB8398-6E20-DAC6-648A-516E88B65962}"/>
              </a:ext>
            </a:extLst>
          </p:cNvPr>
          <p:cNvSpPr txBox="1"/>
          <p:nvPr/>
        </p:nvSpPr>
        <p:spPr>
          <a:xfrm>
            <a:off x="3718319" y="4907613"/>
            <a:ext cx="13305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882F39-44CB-F68C-1B39-CC8265CB4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325" y="0"/>
            <a:ext cx="5598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6CEE2BF-CCDB-38E4-AF5F-CDF38B8EAC38}"/>
              </a:ext>
            </a:extLst>
          </p:cNvPr>
          <p:cNvGrpSpPr/>
          <p:nvPr/>
        </p:nvGrpSpPr>
        <p:grpSpPr>
          <a:xfrm>
            <a:off x="601739" y="3682573"/>
            <a:ext cx="2505551" cy="1708200"/>
            <a:chOff x="601739" y="3682573"/>
            <a:chExt cx="2505551" cy="170820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A84B2A2-305F-47C3-E865-30599E9872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139" y="3752339"/>
              <a:ext cx="2444151" cy="136222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06C0F7C-1736-11EE-35FC-EE9FDF204C50}"/>
                    </a:ext>
                  </a:extLst>
                </p:cNvPr>
                <p:cNvSpPr txBox="1"/>
                <p:nvPr/>
              </p:nvSpPr>
              <p:spPr>
                <a:xfrm>
                  <a:off x="601739" y="5113774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06C0F7C-1736-11EE-35FC-EE9FDF204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739" y="5113774"/>
                  <a:ext cx="18332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E79A38FF-051C-29AF-576D-7BD3DA5CDE5C}"/>
                </a:ext>
              </a:extLst>
            </p:cNvPr>
            <p:cNvSpPr/>
            <p:nvPr/>
          </p:nvSpPr>
          <p:spPr>
            <a:xfrm rot="17964319">
              <a:off x="2287125" y="3649066"/>
              <a:ext cx="777067" cy="844082"/>
            </a:xfrm>
            <a:prstGeom prst="arc">
              <a:avLst>
                <a:gd name="adj1" fmla="val 4915859"/>
                <a:gd name="adj2" fmla="val 14808904"/>
              </a:avLst>
            </a:prstGeom>
            <a:ln w="762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6340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B5DBD-70A7-FFB7-EA20-6DEDCCC1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FE7A02-1714-059E-A324-7E455E51E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11" y="0"/>
            <a:ext cx="5573914" cy="6858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B99D5E6-0C6F-2D64-A1EB-9F2AC7479637}"/>
              </a:ext>
            </a:extLst>
          </p:cNvPr>
          <p:cNvSpPr txBox="1"/>
          <p:nvPr/>
        </p:nvSpPr>
        <p:spPr>
          <a:xfrm>
            <a:off x="3718319" y="4907613"/>
            <a:ext cx="13305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93346A-3B98-22BC-B1F1-615AC87C0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325" y="0"/>
            <a:ext cx="5598000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3DAD794-3A89-63CC-C1EF-EC69A7D0EC99}"/>
              </a:ext>
            </a:extLst>
          </p:cNvPr>
          <p:cNvGrpSpPr/>
          <p:nvPr/>
        </p:nvGrpSpPr>
        <p:grpSpPr>
          <a:xfrm>
            <a:off x="1335127" y="2290700"/>
            <a:ext cx="4211992" cy="3086580"/>
            <a:chOff x="1335127" y="2290700"/>
            <a:chExt cx="4211992" cy="30865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F6DF8F2-3026-7761-FBE7-1DE637F09C8A}"/>
                    </a:ext>
                  </a:extLst>
                </p:cNvPr>
                <p:cNvSpPr txBox="1"/>
                <p:nvPr/>
              </p:nvSpPr>
              <p:spPr>
                <a:xfrm>
                  <a:off x="5197297" y="5100281"/>
                  <a:ext cx="34982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F6DF8F2-3026-7761-FBE7-1DE637F09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7297" y="5100281"/>
                  <a:ext cx="349822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BCE45F-26FB-5A10-7D6B-31F5A27B70F9}"/>
                </a:ext>
              </a:extLst>
            </p:cNvPr>
            <p:cNvGrpSpPr/>
            <p:nvPr/>
          </p:nvGrpSpPr>
          <p:grpSpPr>
            <a:xfrm>
              <a:off x="1335127" y="2290700"/>
              <a:ext cx="4045490" cy="2779068"/>
              <a:chOff x="1335127" y="2290700"/>
              <a:chExt cx="4045490" cy="2779068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075F0AB-0DE8-B2D7-6257-FFD34D421F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116" y="3752339"/>
                <a:ext cx="2292501" cy="1317429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FBE9A1-5AD2-827C-F2E3-0AD9A4BEB5E1}"/>
                  </a:ext>
                </a:extLst>
              </p:cNvPr>
              <p:cNvSpPr txBox="1"/>
              <p:nvPr/>
            </p:nvSpPr>
            <p:spPr>
              <a:xfrm>
                <a:off x="2438159" y="2949415"/>
                <a:ext cx="1250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B</a:t>
                </a: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83A776EA-BA72-E87D-A644-3D791AE65DEC}"/>
                  </a:ext>
                </a:extLst>
              </p:cNvPr>
              <p:cNvSpPr/>
              <p:nvPr/>
            </p:nvSpPr>
            <p:spPr>
              <a:xfrm>
                <a:off x="1335127" y="2290700"/>
                <a:ext cx="849429" cy="1317429"/>
              </a:xfrm>
              <a:prstGeom prst="arc">
                <a:avLst>
                  <a:gd name="adj1" fmla="val 6924559"/>
                  <a:gd name="adj2" fmla="val 18698546"/>
                </a:avLst>
              </a:prstGeom>
              <a:ln w="76200">
                <a:solidFill>
                  <a:schemeClr val="accent6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4371A30-D02B-A623-5BEC-8AF5B7BACFA1}"/>
              </a:ext>
            </a:extLst>
          </p:cNvPr>
          <p:cNvGrpSpPr/>
          <p:nvPr/>
        </p:nvGrpSpPr>
        <p:grpSpPr>
          <a:xfrm>
            <a:off x="601739" y="3682573"/>
            <a:ext cx="2505551" cy="1708200"/>
            <a:chOff x="601739" y="3682573"/>
            <a:chExt cx="2505551" cy="170820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743269-F9CA-6137-DC49-5AE00B441C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139" y="3752339"/>
              <a:ext cx="2444151" cy="136222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739CC63-7172-83A7-2C10-93FB5EED470B}"/>
                    </a:ext>
                  </a:extLst>
                </p:cNvPr>
                <p:cNvSpPr txBox="1"/>
                <p:nvPr/>
              </p:nvSpPr>
              <p:spPr>
                <a:xfrm>
                  <a:off x="601739" y="5113774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739CC63-7172-83A7-2C10-93FB5EED4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739" y="5113774"/>
                  <a:ext cx="18332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030A7779-A42F-BE08-1118-455E03DDF6EA}"/>
                </a:ext>
              </a:extLst>
            </p:cNvPr>
            <p:cNvSpPr/>
            <p:nvPr/>
          </p:nvSpPr>
          <p:spPr>
            <a:xfrm rot="17964319">
              <a:off x="2287125" y="3649066"/>
              <a:ext cx="777067" cy="844082"/>
            </a:xfrm>
            <a:prstGeom prst="arc">
              <a:avLst>
                <a:gd name="adj1" fmla="val 4915859"/>
                <a:gd name="adj2" fmla="val 14808904"/>
              </a:avLst>
            </a:prstGeom>
            <a:ln w="762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6072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30465-B89D-7F97-F672-73C93287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7B39BF-B5F5-9EAE-B345-6D4A925D6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11" y="0"/>
            <a:ext cx="5573914" cy="6858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FE43107-AC53-47C3-6324-C1FA5E6C5647}"/>
              </a:ext>
            </a:extLst>
          </p:cNvPr>
          <p:cNvSpPr txBox="1"/>
          <p:nvPr/>
        </p:nvSpPr>
        <p:spPr>
          <a:xfrm>
            <a:off x="3718319" y="4907613"/>
            <a:ext cx="13305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01F004-C2D8-3C61-5FB7-08F3D1A1E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325" y="0"/>
            <a:ext cx="5598000" cy="6858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E5BA56E-76C8-E759-09FB-37063F46D4DD}"/>
              </a:ext>
            </a:extLst>
          </p:cNvPr>
          <p:cNvGrpSpPr/>
          <p:nvPr/>
        </p:nvGrpSpPr>
        <p:grpSpPr>
          <a:xfrm>
            <a:off x="1335127" y="2290700"/>
            <a:ext cx="4211992" cy="3086580"/>
            <a:chOff x="1335127" y="2290700"/>
            <a:chExt cx="4211992" cy="30865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E3069A5-3151-0A60-2325-1228A9CDB1F8}"/>
                    </a:ext>
                  </a:extLst>
                </p:cNvPr>
                <p:cNvSpPr txBox="1"/>
                <p:nvPr/>
              </p:nvSpPr>
              <p:spPr>
                <a:xfrm>
                  <a:off x="5197297" y="5100281"/>
                  <a:ext cx="34982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E3069A5-3151-0A60-2325-1228A9CDB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7297" y="5100281"/>
                  <a:ext cx="349822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A629156-24F0-DECE-7BCD-B0FEF0376DFC}"/>
                </a:ext>
              </a:extLst>
            </p:cNvPr>
            <p:cNvGrpSpPr/>
            <p:nvPr/>
          </p:nvGrpSpPr>
          <p:grpSpPr>
            <a:xfrm>
              <a:off x="1335127" y="2290700"/>
              <a:ext cx="4045490" cy="2779068"/>
              <a:chOff x="1335127" y="2290700"/>
              <a:chExt cx="4045490" cy="2779068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3C34E067-130A-E57F-B566-9DE0FA94B8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8116" y="3752339"/>
                <a:ext cx="2292501" cy="1317429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F2C014F-8422-A343-31CA-24CC70CDD8F0}"/>
                  </a:ext>
                </a:extLst>
              </p:cNvPr>
              <p:cNvSpPr txBox="1"/>
              <p:nvPr/>
            </p:nvSpPr>
            <p:spPr>
              <a:xfrm>
                <a:off x="2438159" y="2949415"/>
                <a:ext cx="1250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B</a:t>
                </a: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BF0ED855-D5AF-A485-0B42-75EF5FFB24B6}"/>
                  </a:ext>
                </a:extLst>
              </p:cNvPr>
              <p:cNvSpPr/>
              <p:nvPr/>
            </p:nvSpPr>
            <p:spPr>
              <a:xfrm>
                <a:off x="1335127" y="2290700"/>
                <a:ext cx="849429" cy="1317429"/>
              </a:xfrm>
              <a:prstGeom prst="arc">
                <a:avLst>
                  <a:gd name="adj1" fmla="val 6924559"/>
                  <a:gd name="adj2" fmla="val 18698546"/>
                </a:avLst>
              </a:prstGeom>
              <a:ln w="76200">
                <a:solidFill>
                  <a:schemeClr val="accent6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C0066B-376F-DBD6-BE27-FAC549E5D72F}"/>
              </a:ext>
            </a:extLst>
          </p:cNvPr>
          <p:cNvGrpSpPr/>
          <p:nvPr/>
        </p:nvGrpSpPr>
        <p:grpSpPr>
          <a:xfrm>
            <a:off x="601739" y="3682573"/>
            <a:ext cx="2505551" cy="1708200"/>
            <a:chOff x="601739" y="3682573"/>
            <a:chExt cx="2505551" cy="170820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2D4DD61-C898-56DA-C5A6-F1A4085DD6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139" y="3752339"/>
              <a:ext cx="2444151" cy="136222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EE3DC82-1829-F2C3-1C1E-250D760169B4}"/>
                    </a:ext>
                  </a:extLst>
                </p:cNvPr>
                <p:cNvSpPr txBox="1"/>
                <p:nvPr/>
              </p:nvSpPr>
              <p:spPr>
                <a:xfrm>
                  <a:off x="601739" y="5113774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EE3DC82-1829-F2C3-1C1E-250D760169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739" y="5113774"/>
                  <a:ext cx="18332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99719E0B-24D7-0ECC-6303-EB7BCE95295C}"/>
                </a:ext>
              </a:extLst>
            </p:cNvPr>
            <p:cNvSpPr/>
            <p:nvPr/>
          </p:nvSpPr>
          <p:spPr>
            <a:xfrm rot="17964319">
              <a:off x="2287125" y="3649066"/>
              <a:ext cx="777067" cy="844082"/>
            </a:xfrm>
            <a:prstGeom prst="arc">
              <a:avLst>
                <a:gd name="adj1" fmla="val 4915859"/>
                <a:gd name="adj2" fmla="val 14808904"/>
              </a:avLst>
            </a:prstGeom>
            <a:ln w="762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F7F6299-0B76-9675-473C-EB4116B5D542}"/>
              </a:ext>
            </a:extLst>
          </p:cNvPr>
          <p:cNvGrpSpPr/>
          <p:nvPr/>
        </p:nvGrpSpPr>
        <p:grpSpPr>
          <a:xfrm>
            <a:off x="2086421" y="1540462"/>
            <a:ext cx="1471901" cy="4553077"/>
            <a:chOff x="2086421" y="1540462"/>
            <a:chExt cx="1471901" cy="4553077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8AED666-BDE3-F1B7-1DD5-8FDAD2F64B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8116" y="1540462"/>
              <a:ext cx="0" cy="2211877"/>
            </a:xfrm>
            <a:prstGeom prst="straightConnector1">
              <a:avLst/>
            </a:prstGeom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B67272-800A-908C-25C0-6321819B1EE8}"/>
                    </a:ext>
                  </a:extLst>
                </p:cNvPr>
                <p:cNvSpPr txBox="1"/>
                <p:nvPr/>
              </p:nvSpPr>
              <p:spPr>
                <a:xfrm>
                  <a:off x="3050748" y="1626128"/>
                  <a:ext cx="42328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i="1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B67272-800A-908C-25C0-6321819B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0748" y="1626128"/>
                  <a:ext cx="42328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29543D-3093-C18A-51A5-734765E067CC}"/>
                </a:ext>
              </a:extLst>
            </p:cNvPr>
            <p:cNvSpPr txBox="1"/>
            <p:nvPr/>
          </p:nvSpPr>
          <p:spPr>
            <a:xfrm>
              <a:off x="2907675" y="5433328"/>
              <a:ext cx="12343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C</a:t>
              </a: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76EF8D87-92C0-3371-7421-1C9266B347E4}"/>
                </a:ext>
              </a:extLst>
            </p:cNvPr>
            <p:cNvSpPr/>
            <p:nvPr/>
          </p:nvSpPr>
          <p:spPr>
            <a:xfrm rot="5551047">
              <a:off x="2220265" y="4755482"/>
              <a:ext cx="1204213" cy="1471901"/>
            </a:xfrm>
            <a:prstGeom prst="arc">
              <a:avLst>
                <a:gd name="adj1" fmla="val 20547343"/>
                <a:gd name="adj2" fmla="val 4935461"/>
              </a:avLst>
            </a:prstGeom>
            <a:ln w="76200">
              <a:solidFill>
                <a:schemeClr val="accent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159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CADA8-D9A2-65A0-F023-5BFB4C5D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5EED1-A25D-AC29-5DEC-80BF6AE76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52178-9585-440D-D9FD-00C0BA8E0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29" y="0"/>
            <a:ext cx="108321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99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F0F9-F7C3-B58F-6067-1656C9FC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20EBB-CDCA-9711-89D9-413B08749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A6E07-6EB1-B743-D191-D57CC124C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52" y="0"/>
            <a:ext cx="10772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10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828C7-5C5F-FCB8-2468-D1B5F8583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F3BF7-7991-A6BB-A629-BA8C48667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FF4E3-935E-10B7-A918-2BCA98A85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07" y="0"/>
            <a:ext cx="107773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12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5335BC-4631-7669-51B4-B7347D7568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35" t="7216" r="20919" b="40707"/>
          <a:stretch/>
        </p:blipFill>
        <p:spPr>
          <a:xfrm>
            <a:off x="619825" y="382177"/>
            <a:ext cx="9511636" cy="55159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200F0B-DBD8-B59E-7817-1843CDAD5D9F}"/>
              </a:ext>
            </a:extLst>
          </p:cNvPr>
          <p:cNvCxnSpPr>
            <a:cxnSpLocks/>
          </p:cNvCxnSpPr>
          <p:nvPr/>
        </p:nvCxnSpPr>
        <p:spPr>
          <a:xfrm>
            <a:off x="4871862" y="2852842"/>
            <a:ext cx="2" cy="25502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BF537E-607C-CDC9-33F0-F4F1B0B7C7BB}"/>
              </a:ext>
            </a:extLst>
          </p:cNvPr>
          <p:cNvCxnSpPr>
            <a:cxnSpLocks/>
          </p:cNvCxnSpPr>
          <p:nvPr/>
        </p:nvCxnSpPr>
        <p:spPr>
          <a:xfrm flipV="1">
            <a:off x="1149979" y="1833141"/>
            <a:ext cx="0" cy="11107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E0E28A-E7C2-131E-51BE-0AE739000900}"/>
              </a:ext>
            </a:extLst>
          </p:cNvPr>
          <p:cNvCxnSpPr>
            <a:cxnSpLocks/>
          </p:cNvCxnSpPr>
          <p:nvPr/>
        </p:nvCxnSpPr>
        <p:spPr>
          <a:xfrm flipV="1">
            <a:off x="9390888" y="1837944"/>
            <a:ext cx="0" cy="11107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4F75E9-6BB0-87BE-15E0-A058718B12BC}"/>
              </a:ext>
            </a:extLst>
          </p:cNvPr>
          <p:cNvSpPr txBox="1"/>
          <p:nvPr/>
        </p:nvSpPr>
        <p:spPr>
          <a:xfrm>
            <a:off x="1339098" y="1772463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2CFC97-940C-4412-7FFB-3D7D6861DAE0}"/>
              </a:ext>
            </a:extLst>
          </p:cNvPr>
          <p:cNvSpPr txBox="1"/>
          <p:nvPr/>
        </p:nvSpPr>
        <p:spPr>
          <a:xfrm>
            <a:off x="4910747" y="5253105"/>
            <a:ext cx="728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W</a:t>
            </a:r>
            <a:r>
              <a:rPr lang="en-US" baseline="-25000" dirty="0" err="1">
                <a:solidFill>
                  <a:srgbClr val="FF0000"/>
                </a:solidFill>
              </a:rPr>
              <a:t>robot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CD7683-3AB7-6158-B5DC-8A4E512F84AC}"/>
              </a:ext>
            </a:extLst>
          </p:cNvPr>
          <p:cNvSpPr txBox="1"/>
          <p:nvPr/>
        </p:nvSpPr>
        <p:spPr>
          <a:xfrm>
            <a:off x="8813522" y="1772463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1472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DB24-F8FC-76E0-7925-242BE1DA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310C2-725D-87EE-9370-AB7309829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880DE-E693-C039-21D3-2E3A12486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34" y="0"/>
            <a:ext cx="11059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61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94A4CD-956E-0AF7-7122-6489EE665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37" y="0"/>
            <a:ext cx="10785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03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0117-2C5D-110C-33A1-8BEF5B32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F2680-AED5-6E64-8266-7D0F2A1FC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E4854-CCBB-7981-78F7-2C3EF36F2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49" y="0"/>
            <a:ext cx="10800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06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C32F-8B88-2E05-B713-5E22307E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C6F3-0E8C-7A83-BBFB-C7AD4066C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7640F-9212-F2E6-812C-B0C87C39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49" y="0"/>
            <a:ext cx="10791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43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FE6E9-9F1B-0880-E910-083183CC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BECB63-4D55-F30C-EE40-E63E1958C3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9656" t="3286" r="33843" b="5324"/>
          <a:stretch/>
        </p:blipFill>
        <p:spPr>
          <a:xfrm>
            <a:off x="1742127" y="225350"/>
            <a:ext cx="6097445" cy="626752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07E788-AEC9-BAA2-DFBF-F3055BB40EDA}"/>
              </a:ext>
            </a:extLst>
          </p:cNvPr>
          <p:cNvCxnSpPr>
            <a:cxnSpLocks/>
          </p:cNvCxnSpPr>
          <p:nvPr/>
        </p:nvCxnSpPr>
        <p:spPr>
          <a:xfrm>
            <a:off x="4871862" y="2852842"/>
            <a:ext cx="0" cy="18101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D7A8E9-A5FC-4530-134D-11A636B7D4F7}"/>
              </a:ext>
            </a:extLst>
          </p:cNvPr>
          <p:cNvSpPr txBox="1"/>
          <p:nvPr/>
        </p:nvSpPr>
        <p:spPr>
          <a:xfrm>
            <a:off x="4910747" y="4412377"/>
            <a:ext cx="1317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W</a:t>
            </a:r>
            <a:r>
              <a:rPr lang="en-US" baseline="-25000" dirty="0" err="1">
                <a:solidFill>
                  <a:srgbClr val="FF0000"/>
                </a:solidFill>
              </a:rPr>
              <a:t>pendulum_link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455D94-4E17-0211-5964-2194E33414D4}"/>
              </a:ext>
            </a:extLst>
          </p:cNvPr>
          <p:cNvCxnSpPr>
            <a:cxnSpLocks/>
          </p:cNvCxnSpPr>
          <p:nvPr/>
        </p:nvCxnSpPr>
        <p:spPr>
          <a:xfrm>
            <a:off x="3702499" y="4347296"/>
            <a:ext cx="0" cy="15464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513A25-3ACF-6B73-ADB0-354866E8DB46}"/>
              </a:ext>
            </a:extLst>
          </p:cNvPr>
          <p:cNvSpPr txBox="1"/>
          <p:nvPr/>
        </p:nvSpPr>
        <p:spPr>
          <a:xfrm>
            <a:off x="3763053" y="5759269"/>
            <a:ext cx="131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W</a:t>
            </a:r>
            <a:r>
              <a:rPr lang="en-US" baseline="-25000" dirty="0" err="1">
                <a:solidFill>
                  <a:srgbClr val="FF0000"/>
                </a:solidFill>
              </a:rPr>
              <a:t>flywheel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F5D533-516D-93C1-5C8B-756E8E898DA2}"/>
              </a:ext>
            </a:extLst>
          </p:cNvPr>
          <p:cNvCxnSpPr>
            <a:cxnSpLocks/>
          </p:cNvCxnSpPr>
          <p:nvPr/>
        </p:nvCxnSpPr>
        <p:spPr>
          <a:xfrm flipV="1">
            <a:off x="6061452" y="789386"/>
            <a:ext cx="0" cy="76907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715138-B3E4-F8FD-DC4E-41B875F7AC60}"/>
              </a:ext>
            </a:extLst>
          </p:cNvPr>
          <p:cNvCxnSpPr>
            <a:cxnSpLocks/>
          </p:cNvCxnSpPr>
          <p:nvPr/>
        </p:nvCxnSpPr>
        <p:spPr>
          <a:xfrm rot="5400000" flipV="1">
            <a:off x="6417536" y="1143820"/>
            <a:ext cx="0" cy="76907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110B3D-A53B-0BB1-5F0B-61E59ED2F136}"/>
              </a:ext>
            </a:extLst>
          </p:cNvPr>
          <p:cNvSpPr txBox="1"/>
          <p:nvPr/>
        </p:nvSpPr>
        <p:spPr>
          <a:xfrm>
            <a:off x="6795361" y="147780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baseline="-250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6EC89F-D9DD-0554-39F0-89E1210EF5B4}"/>
              </a:ext>
            </a:extLst>
          </p:cNvPr>
          <p:cNvSpPr txBox="1"/>
          <p:nvPr/>
        </p:nvSpPr>
        <p:spPr>
          <a:xfrm>
            <a:off x="6089909" y="550799"/>
            <a:ext cx="374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baseline="-25000" dirty="0">
                <a:solidFill>
                  <a:srgbClr val="FF0000"/>
                </a:solidFill>
              </a:rPr>
              <a:t>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FDAC11-C89F-63D4-13DD-D536D4DE5150}"/>
              </a:ext>
            </a:extLst>
          </p:cNvPr>
          <p:cNvCxnSpPr>
            <a:cxnSpLocks/>
          </p:cNvCxnSpPr>
          <p:nvPr/>
        </p:nvCxnSpPr>
        <p:spPr>
          <a:xfrm flipH="1" flipV="1">
            <a:off x="5033047" y="2045416"/>
            <a:ext cx="755618" cy="123277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5CA893-51B4-88CD-9077-2BA2400CC716}"/>
              </a:ext>
            </a:extLst>
          </p:cNvPr>
          <p:cNvSpPr txBox="1"/>
          <p:nvPr/>
        </p:nvSpPr>
        <p:spPr>
          <a:xfrm>
            <a:off x="4530508" y="1645746"/>
            <a:ext cx="564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F</a:t>
            </a:r>
            <a:r>
              <a:rPr lang="en-US" baseline="-25000" dirty="0" err="1">
                <a:solidFill>
                  <a:srgbClr val="FF0000"/>
                </a:solidFill>
              </a:rPr>
              <a:t>gear</a:t>
            </a:r>
            <a:endParaRPr lang="en-US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142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EE1AC1-CD70-CA85-CD2E-677FFC359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28" y="0"/>
            <a:ext cx="10841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91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899483-5412-25B0-A406-C8A7F44A31D2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1948130" y="2868237"/>
            <a:ext cx="0" cy="993107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7F6448-7FE4-9597-5E32-4AC285FEC5E8}"/>
              </a:ext>
            </a:extLst>
          </p:cNvPr>
          <p:cNvCxnSpPr>
            <a:cxnSpLocks/>
            <a:stCxn id="84" idx="3"/>
            <a:endCxn id="8" idx="1"/>
          </p:cNvCxnSpPr>
          <p:nvPr/>
        </p:nvCxnSpPr>
        <p:spPr>
          <a:xfrm>
            <a:off x="8081856" y="5458492"/>
            <a:ext cx="152568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9D80AC-B832-8BE1-D07C-657A20B094CC}"/>
              </a:ext>
            </a:extLst>
          </p:cNvPr>
          <p:cNvCxnSpPr/>
          <p:nvPr/>
        </p:nvCxnSpPr>
        <p:spPr>
          <a:xfrm>
            <a:off x="1924935" y="1372848"/>
            <a:ext cx="0" cy="523455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44DFD2-4257-B9EA-FD25-7EE63B47C937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227406" y="1372848"/>
            <a:ext cx="0" cy="537994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495EC0E-BB48-56F1-2DB9-4A4B5937A19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865045" y="3966891"/>
            <a:ext cx="2710371" cy="2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F885F66-9F61-CC53-7BDD-7F0707B54571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8079128" y="2475290"/>
            <a:ext cx="1528414" cy="1309784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CA2A171-0615-60F4-6336-3F88E309580E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8079128" y="3962516"/>
            <a:ext cx="1528414" cy="209681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1F6C06B-3088-54A1-6069-059717506C23}"/>
              </a:ext>
            </a:extLst>
          </p:cNvPr>
          <p:cNvSpPr/>
          <p:nvPr/>
        </p:nvSpPr>
        <p:spPr>
          <a:xfrm>
            <a:off x="1171715" y="255633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MPU6050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1C5789-6D4B-3382-9272-BEB16EB5EBF9}"/>
              </a:ext>
            </a:extLst>
          </p:cNvPr>
          <p:cNvSpPr/>
          <p:nvPr/>
        </p:nvSpPr>
        <p:spPr>
          <a:xfrm>
            <a:off x="3474186" y="255633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Flysky</a:t>
            </a:r>
            <a:r>
              <a:rPr lang="en-US" b="1" dirty="0">
                <a:solidFill>
                  <a:schemeClr val="tx1"/>
                </a:solidFill>
              </a:rPr>
              <a:t> RC Receiver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81BDB34F-7D91-C069-0570-83CF3FE74CF5}"/>
              </a:ext>
            </a:extLst>
          </p:cNvPr>
          <p:cNvCxnSpPr>
            <a:cxnSpLocks/>
            <a:endCxn id="10" idx="0"/>
          </p:cNvCxnSpPr>
          <p:nvPr/>
        </p:nvCxnSpPr>
        <p:spPr>
          <a:xfrm flipV="1">
            <a:off x="5776657" y="1916682"/>
            <a:ext cx="4584105" cy="98970"/>
          </a:xfrm>
          <a:prstGeom prst="bentConnector4">
            <a:avLst>
              <a:gd name="adj1" fmla="val 41784"/>
              <a:gd name="adj2" fmla="val 330979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1AB8453-D38C-7A2B-5DDB-0D1BD9C53DF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776657" y="2382270"/>
            <a:ext cx="4219675" cy="825835"/>
          </a:xfrm>
          <a:prstGeom prst="bentConnector3">
            <a:avLst>
              <a:gd name="adj1" fmla="val 50000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B5040C03-CD87-EA59-40C5-0A0D1B360C9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9996332" y="3208105"/>
            <a:ext cx="364430" cy="195803"/>
          </a:xfrm>
          <a:prstGeom prst="bentConnector2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C3158E55-BFE0-A6B5-7AFE-A2ED4F0A1070}"/>
              </a:ext>
            </a:extLst>
          </p:cNvPr>
          <p:cNvCxnSpPr>
            <a:cxnSpLocks/>
          </p:cNvCxnSpPr>
          <p:nvPr/>
        </p:nvCxnSpPr>
        <p:spPr>
          <a:xfrm>
            <a:off x="5776657" y="2696459"/>
            <a:ext cx="3309650" cy="622759"/>
          </a:xfrm>
          <a:prstGeom prst="bentConnector3">
            <a:avLst>
              <a:gd name="adj1" fmla="val 50000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79638987-984B-BB1A-4ED0-7BB1CC00F9F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035004" y="4678829"/>
            <a:ext cx="1325758" cy="103747"/>
          </a:xfrm>
          <a:prstGeom prst="bentConnector2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8A63EBCA-569A-0DD1-6AC4-E467756B95A2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58153" y="4008507"/>
            <a:ext cx="1405005" cy="1"/>
          </a:xfrm>
          <a:prstGeom prst="bentConnector3">
            <a:avLst>
              <a:gd name="adj1" fmla="val 50000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84956AB-EC4D-EA81-F65B-A3BF013FC564}"/>
              </a:ext>
            </a:extLst>
          </p:cNvPr>
          <p:cNvSpPr/>
          <p:nvPr/>
        </p:nvSpPr>
        <p:spPr>
          <a:xfrm>
            <a:off x="9607542" y="4782576"/>
            <a:ext cx="1506440" cy="13518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Pololu</a:t>
            </a:r>
            <a:r>
              <a:rPr lang="en-US" b="1" dirty="0">
                <a:solidFill>
                  <a:schemeClr val="tx1"/>
                </a:solidFill>
              </a:rPr>
              <a:t> 19:1 37D 12V Gearmotor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35E66C-0116-15B3-5FBE-9C399466F790}"/>
              </a:ext>
            </a:extLst>
          </p:cNvPr>
          <p:cNvSpPr/>
          <p:nvPr/>
        </p:nvSpPr>
        <p:spPr>
          <a:xfrm>
            <a:off x="9607542" y="3403908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Pololu</a:t>
            </a:r>
            <a:r>
              <a:rPr lang="en-US" b="1" dirty="0">
                <a:solidFill>
                  <a:schemeClr val="tx1"/>
                </a:solidFill>
              </a:rPr>
              <a:t> 50:1 37D 12V Gearmotor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26F9B-9C4E-DF89-5DF1-99F4C3E1301F}"/>
              </a:ext>
            </a:extLst>
          </p:cNvPr>
          <p:cNvSpPr/>
          <p:nvPr/>
        </p:nvSpPr>
        <p:spPr>
          <a:xfrm>
            <a:off x="9607542" y="1916682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Pololu</a:t>
            </a:r>
            <a:r>
              <a:rPr lang="en-US" b="1" dirty="0">
                <a:solidFill>
                  <a:schemeClr val="tx1"/>
                </a:solidFill>
              </a:rPr>
              <a:t> 131:1 37D 12V Gearmotor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4E2A078-5203-B6B5-051B-5223BA128565}"/>
              </a:ext>
            </a:extLst>
          </p:cNvPr>
          <p:cNvSpPr txBox="1"/>
          <p:nvPr/>
        </p:nvSpPr>
        <p:spPr>
          <a:xfrm>
            <a:off x="5934906" y="49538"/>
            <a:ext cx="3417923" cy="147732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— </a:t>
            </a:r>
            <a:r>
              <a:rPr lang="en-US" b="1" i="0" dirty="0">
                <a:solidFill>
                  <a:srgbClr val="FF0000"/>
                </a:solidFill>
                <a:effectLst/>
                <a:latin typeface="Roboto" panose="020B0604020202020204" pitchFamily="2" charset="0"/>
              </a:rPr>
              <a:t>Power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Roboto" panose="020B0604020202020204" pitchFamily="2" charset="0"/>
              </a:rPr>
              <a:t>— Sensor I2C Input Data</a:t>
            </a:r>
          </a:p>
          <a:p>
            <a:r>
              <a:rPr lang="en-US" b="1" i="0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—</a:t>
            </a:r>
            <a:r>
              <a:rPr lang="en-US" b="1" dirty="0">
                <a:solidFill>
                  <a:srgbClr val="7030A0"/>
                </a:solidFill>
                <a:latin typeface="Roboto" panose="020B0604020202020204" pitchFamily="2" charset="0"/>
              </a:rPr>
              <a:t> Encoder Digital Input Data</a:t>
            </a:r>
          </a:p>
          <a:p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—</a:t>
            </a: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B0604020202020204" pitchFamily="2" charset="0"/>
              </a:rPr>
              <a:t> Motor PWM Output Data</a:t>
            </a:r>
            <a:endParaRPr lang="en-US" b="1" i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Roboto" panose="020B0604020202020204" pitchFamily="2" charset="0"/>
            </a:endParaRPr>
          </a:p>
          <a:p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—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oboto" panose="020B0604020202020204" pitchFamily="2" charset="0"/>
              </a:rPr>
              <a:t> RC Receiver PWM Input Data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71524110-4856-3AF9-2917-0FBA9BBFD861}"/>
              </a:ext>
            </a:extLst>
          </p:cNvPr>
          <p:cNvCxnSpPr>
            <a:cxnSpLocks/>
            <a:stCxn id="11" idx="3"/>
            <a:endCxn id="84" idx="2"/>
          </p:cNvCxnSpPr>
          <p:nvPr/>
        </p:nvCxnSpPr>
        <p:spPr>
          <a:xfrm flipV="1">
            <a:off x="3126981" y="6017099"/>
            <a:ext cx="4201655" cy="184222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376D88BF-DB00-D55C-1EEA-058BC3A769A2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5587403" y="4525498"/>
            <a:ext cx="1741233" cy="200181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CA5FC1C2-31C0-40BC-3D39-4F4A0668246D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126981" y="4725679"/>
            <a:ext cx="2469636" cy="1475642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796FF951-97B8-5A16-A325-AFBC43B27DA5}"/>
              </a:ext>
            </a:extLst>
          </p:cNvPr>
          <p:cNvCxnSpPr>
            <a:cxnSpLocks/>
            <a:stCxn id="4" idx="2"/>
            <a:endCxn id="84" idx="1"/>
          </p:cNvCxnSpPr>
          <p:nvPr/>
        </p:nvCxnSpPr>
        <p:spPr>
          <a:xfrm rot="16200000" flipH="1">
            <a:off x="3719938" y="2603014"/>
            <a:ext cx="2609726" cy="3101230"/>
          </a:xfrm>
          <a:prstGeom prst="bentConnector2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3C14839D-B4D0-B868-5D9D-102F1E525DCA}"/>
              </a:ext>
            </a:extLst>
          </p:cNvPr>
          <p:cNvCxnSpPr>
            <a:cxnSpLocks/>
          </p:cNvCxnSpPr>
          <p:nvPr/>
        </p:nvCxnSpPr>
        <p:spPr>
          <a:xfrm rot="5400000">
            <a:off x="3288445" y="3406375"/>
            <a:ext cx="1153202" cy="1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FE32409-9D7A-5BE5-F859-7FE1E71360F4}"/>
              </a:ext>
            </a:extLst>
          </p:cNvPr>
          <p:cNvSpPr/>
          <p:nvPr/>
        </p:nvSpPr>
        <p:spPr>
          <a:xfrm>
            <a:off x="6575416" y="3408283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DBH-12 Motor Driver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648DCB-09A1-6D3C-3AEA-F79EB887FF35}"/>
              </a:ext>
            </a:extLst>
          </p:cNvPr>
          <p:cNvSpPr/>
          <p:nvPr/>
        </p:nvSpPr>
        <p:spPr>
          <a:xfrm>
            <a:off x="1171715" y="1915774"/>
            <a:ext cx="4604942" cy="93299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PSoC</a:t>
            </a:r>
            <a:r>
              <a:rPr lang="en-US" b="1">
                <a:solidFill>
                  <a:schemeClr val="tx1"/>
                </a:solidFill>
              </a:rPr>
              <a:t> CY8C58LP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77B9148-0637-B7BB-99BF-CFC9A876A811}"/>
              </a:ext>
            </a:extLst>
          </p:cNvPr>
          <p:cNvSpPr/>
          <p:nvPr/>
        </p:nvSpPr>
        <p:spPr>
          <a:xfrm>
            <a:off x="6575416" y="4899884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DBH-12 Motor Driver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E48E13-8D87-5D97-A2E8-352739AAB425}"/>
              </a:ext>
            </a:extLst>
          </p:cNvPr>
          <p:cNvSpPr/>
          <p:nvPr/>
        </p:nvSpPr>
        <p:spPr>
          <a:xfrm>
            <a:off x="1308759" y="5847830"/>
            <a:ext cx="1818222" cy="70698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12V NiMH Battery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20CF13-6F22-1374-65F3-FD799EC4F075}"/>
              </a:ext>
            </a:extLst>
          </p:cNvPr>
          <p:cNvSpPr/>
          <p:nvPr/>
        </p:nvSpPr>
        <p:spPr>
          <a:xfrm>
            <a:off x="1194910" y="3861344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goBilda</a:t>
            </a:r>
            <a:r>
              <a:rPr lang="en-US" b="1" dirty="0">
                <a:solidFill>
                  <a:schemeClr val="tx1"/>
                </a:solidFill>
              </a:rPr>
              <a:t> 25-3 Speed Dual Mode Servo</a:t>
            </a:r>
          </a:p>
        </p:txBody>
      </p:sp>
    </p:spTree>
    <p:extLst>
      <p:ext uri="{BB962C8B-B14F-4D97-AF65-F5344CB8AC3E}">
        <p14:creationId xmlns:p14="http://schemas.microsoft.com/office/powerpoint/2010/main" val="4059447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197E-E086-B727-FCF9-CD78CB0F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F2A58A-F2CA-C6F2-2F35-9C889BD40C17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1948130" y="2848765"/>
            <a:ext cx="0" cy="486369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363754-57DE-2312-31EB-B3F26404D0A6}"/>
              </a:ext>
            </a:extLst>
          </p:cNvPr>
          <p:cNvCxnSpPr>
            <a:cxnSpLocks/>
            <a:stCxn id="84" idx="3"/>
            <a:endCxn id="8" idx="1"/>
          </p:cNvCxnSpPr>
          <p:nvPr/>
        </p:nvCxnSpPr>
        <p:spPr>
          <a:xfrm>
            <a:off x="8081856" y="5458492"/>
            <a:ext cx="152568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FCD5C4-33AD-817D-8AE2-340D330CFFE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227406" y="1372848"/>
            <a:ext cx="0" cy="537994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A04ED9D-C2E3-EBCA-27A1-F8E4C19AFBB1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865045" y="3966891"/>
            <a:ext cx="2710371" cy="2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C48E65A-948A-2B1F-F889-8704B6C1F607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8079128" y="2475290"/>
            <a:ext cx="1528414" cy="1309784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DB84023-C4F3-04F5-D75D-58B1EAC1CFD5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8079128" y="3962516"/>
            <a:ext cx="1528414" cy="209681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9158E06-B15C-86A5-0038-720B87A649A3}"/>
              </a:ext>
            </a:extLst>
          </p:cNvPr>
          <p:cNvCxnSpPr>
            <a:cxnSpLocks/>
            <a:endCxn id="10" idx="0"/>
          </p:cNvCxnSpPr>
          <p:nvPr/>
        </p:nvCxnSpPr>
        <p:spPr>
          <a:xfrm flipV="1">
            <a:off x="5776657" y="1916682"/>
            <a:ext cx="4584105" cy="98970"/>
          </a:xfrm>
          <a:prstGeom prst="bentConnector4">
            <a:avLst>
              <a:gd name="adj1" fmla="val 41784"/>
              <a:gd name="adj2" fmla="val 330979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335581B-0548-1AAA-54A3-E57360E94A3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776657" y="2382270"/>
            <a:ext cx="4219675" cy="825835"/>
          </a:xfrm>
          <a:prstGeom prst="bentConnector3">
            <a:avLst>
              <a:gd name="adj1" fmla="val 50000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D858DB27-A6D6-451E-7342-5D04310AA45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9996332" y="3208105"/>
            <a:ext cx="364430" cy="195803"/>
          </a:xfrm>
          <a:prstGeom prst="bentConnector2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B810772A-2674-E9D1-80D1-589BBA7844A4}"/>
              </a:ext>
            </a:extLst>
          </p:cNvPr>
          <p:cNvCxnSpPr>
            <a:cxnSpLocks/>
          </p:cNvCxnSpPr>
          <p:nvPr/>
        </p:nvCxnSpPr>
        <p:spPr>
          <a:xfrm>
            <a:off x="5776657" y="2696459"/>
            <a:ext cx="3309650" cy="622759"/>
          </a:xfrm>
          <a:prstGeom prst="bentConnector3">
            <a:avLst>
              <a:gd name="adj1" fmla="val 50000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288E94C0-DB51-D7F6-F6C5-531568877C9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035004" y="4678829"/>
            <a:ext cx="1325758" cy="103747"/>
          </a:xfrm>
          <a:prstGeom prst="bentConnector2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21B62936-5617-B687-6CF7-F23249A3D4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58153" y="4008507"/>
            <a:ext cx="1405005" cy="1"/>
          </a:xfrm>
          <a:prstGeom prst="bentConnector3">
            <a:avLst>
              <a:gd name="adj1" fmla="val 50000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27B67EA-EA86-522A-B767-8DD4C1E3E677}"/>
              </a:ext>
            </a:extLst>
          </p:cNvPr>
          <p:cNvSpPr/>
          <p:nvPr/>
        </p:nvSpPr>
        <p:spPr>
          <a:xfrm>
            <a:off x="9607542" y="4782576"/>
            <a:ext cx="1506440" cy="13518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Flywheel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12V DC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19:1 Motor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7A8EA1-83E7-C4A8-C6EE-38202252D229}"/>
              </a:ext>
            </a:extLst>
          </p:cNvPr>
          <p:cNvSpPr txBox="1"/>
          <p:nvPr/>
        </p:nvSpPr>
        <p:spPr>
          <a:xfrm>
            <a:off x="5934906" y="49538"/>
            <a:ext cx="3417923" cy="147732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— </a:t>
            </a:r>
            <a:r>
              <a:rPr lang="en-US" b="1" i="0" dirty="0">
                <a:solidFill>
                  <a:srgbClr val="FF0000"/>
                </a:solidFill>
                <a:effectLst/>
                <a:latin typeface="Roboto" panose="020B0604020202020204" pitchFamily="2" charset="0"/>
              </a:rPr>
              <a:t>Power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Roboto" panose="020B0604020202020204" pitchFamily="2" charset="0"/>
              </a:rPr>
              <a:t>— Sensor I2C Input Data</a:t>
            </a:r>
          </a:p>
          <a:p>
            <a:r>
              <a:rPr lang="en-US" b="1" i="0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—</a:t>
            </a:r>
            <a:r>
              <a:rPr lang="en-US" b="1" dirty="0">
                <a:solidFill>
                  <a:srgbClr val="7030A0"/>
                </a:solidFill>
                <a:latin typeface="Roboto" panose="020B0604020202020204" pitchFamily="2" charset="0"/>
              </a:rPr>
              <a:t> Encoder Digital Input Data</a:t>
            </a:r>
          </a:p>
          <a:p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—</a:t>
            </a: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B0604020202020204" pitchFamily="2" charset="0"/>
              </a:rPr>
              <a:t> Motor PWM Output Data</a:t>
            </a:r>
            <a:endParaRPr lang="en-US" b="1" i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Roboto" panose="020B0604020202020204" pitchFamily="2" charset="0"/>
            </a:endParaRPr>
          </a:p>
          <a:p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—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oboto" panose="020B0604020202020204" pitchFamily="2" charset="0"/>
              </a:rPr>
              <a:t> RC Receiver PWM Input Data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C513C23E-EFAF-4D8A-4FE6-714699934CA2}"/>
              </a:ext>
            </a:extLst>
          </p:cNvPr>
          <p:cNvCxnSpPr>
            <a:cxnSpLocks/>
            <a:stCxn id="11" idx="3"/>
            <a:endCxn id="84" idx="2"/>
          </p:cNvCxnSpPr>
          <p:nvPr/>
        </p:nvCxnSpPr>
        <p:spPr>
          <a:xfrm flipV="1">
            <a:off x="3014838" y="6017099"/>
            <a:ext cx="4313798" cy="184222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7CC8384B-93EA-730A-EFEA-4F8F3ED1D245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5587437" y="4525498"/>
            <a:ext cx="1741199" cy="200177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54B1B0D6-A817-47CE-9B5E-B3983DCA90F3}"/>
              </a:ext>
            </a:extLst>
          </p:cNvPr>
          <p:cNvCxnSpPr>
            <a:cxnSpLocks/>
          </p:cNvCxnSpPr>
          <p:nvPr/>
        </p:nvCxnSpPr>
        <p:spPr>
          <a:xfrm flipV="1">
            <a:off x="3213244" y="4725679"/>
            <a:ext cx="2469636" cy="1475642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ACD952D1-F122-5F30-88FA-58B669F0C86F}"/>
              </a:ext>
            </a:extLst>
          </p:cNvPr>
          <p:cNvCxnSpPr>
            <a:cxnSpLocks/>
            <a:stCxn id="4" idx="2"/>
            <a:endCxn id="84" idx="1"/>
          </p:cNvCxnSpPr>
          <p:nvPr/>
        </p:nvCxnSpPr>
        <p:spPr>
          <a:xfrm rot="16200000" flipH="1">
            <a:off x="3719938" y="2603014"/>
            <a:ext cx="2609726" cy="3101230"/>
          </a:xfrm>
          <a:prstGeom prst="bentConnector2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D14CF207-BB39-8AEF-D7CA-9E1001F18848}"/>
              </a:ext>
            </a:extLst>
          </p:cNvPr>
          <p:cNvCxnSpPr>
            <a:cxnSpLocks/>
          </p:cNvCxnSpPr>
          <p:nvPr/>
        </p:nvCxnSpPr>
        <p:spPr>
          <a:xfrm rot="5400000">
            <a:off x="3288445" y="3406375"/>
            <a:ext cx="1153202" cy="1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631CF8D-0560-210C-9E78-00D69407E48D}"/>
              </a:ext>
            </a:extLst>
          </p:cNvPr>
          <p:cNvCxnSpPr>
            <a:cxnSpLocks/>
            <a:stCxn id="11" idx="0"/>
            <a:endCxn id="2" idx="2"/>
          </p:cNvCxnSpPr>
          <p:nvPr/>
        </p:nvCxnSpPr>
        <p:spPr>
          <a:xfrm flipV="1">
            <a:off x="2105727" y="5548542"/>
            <a:ext cx="0" cy="29928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5">
            <a:extLst>
              <a:ext uri="{FF2B5EF4-FFF2-40B4-BE49-F238E27FC236}">
                <a16:creationId xmlns:a16="http://schemas.microsoft.com/office/drawing/2014/main" id="{A0036B7C-926F-2204-8A46-28FD9E6E22B3}"/>
              </a:ext>
            </a:extLst>
          </p:cNvPr>
          <p:cNvCxnSpPr>
            <a:cxnSpLocks/>
            <a:stCxn id="4" idx="1"/>
            <a:endCxn id="2" idx="1"/>
          </p:cNvCxnSpPr>
          <p:nvPr/>
        </p:nvCxnSpPr>
        <p:spPr>
          <a:xfrm rot="10800000" flipH="1" flipV="1">
            <a:off x="1171714" y="2382269"/>
            <a:ext cx="24901" cy="2812781"/>
          </a:xfrm>
          <a:prstGeom prst="bentConnector3">
            <a:avLst>
              <a:gd name="adj1" fmla="val -1957323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15">
            <a:extLst>
              <a:ext uri="{FF2B5EF4-FFF2-40B4-BE49-F238E27FC236}">
                <a16:creationId xmlns:a16="http://schemas.microsoft.com/office/drawing/2014/main" id="{BB3079C6-E203-50E1-EF28-71F905948853}"/>
              </a:ext>
            </a:extLst>
          </p:cNvPr>
          <p:cNvCxnSpPr>
            <a:cxnSpLocks/>
            <a:stCxn id="5" idx="1"/>
            <a:endCxn id="2" idx="1"/>
          </p:cNvCxnSpPr>
          <p:nvPr/>
        </p:nvCxnSpPr>
        <p:spPr>
          <a:xfrm rot="10800000" flipH="1" flipV="1">
            <a:off x="1171714" y="814241"/>
            <a:ext cx="24901" cy="4380810"/>
          </a:xfrm>
          <a:prstGeom prst="bentConnector3">
            <a:avLst>
              <a:gd name="adj1" fmla="val -1957323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15">
            <a:extLst>
              <a:ext uri="{FF2B5EF4-FFF2-40B4-BE49-F238E27FC236}">
                <a16:creationId xmlns:a16="http://schemas.microsoft.com/office/drawing/2014/main" id="{9F577283-E11C-B4A1-5432-FD7CF7A6E3C2}"/>
              </a:ext>
            </a:extLst>
          </p:cNvPr>
          <p:cNvCxnSpPr>
            <a:cxnSpLocks/>
            <a:endCxn id="4" idx="1"/>
          </p:cNvCxnSpPr>
          <p:nvPr/>
        </p:nvCxnSpPr>
        <p:spPr>
          <a:xfrm rot="10800000" flipV="1">
            <a:off x="1171716" y="1662948"/>
            <a:ext cx="1529635" cy="719321"/>
          </a:xfrm>
          <a:prstGeom prst="bentConnector3">
            <a:avLst>
              <a:gd name="adj1" fmla="val 131864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15">
            <a:extLst>
              <a:ext uri="{FF2B5EF4-FFF2-40B4-BE49-F238E27FC236}">
                <a16:creationId xmlns:a16="http://schemas.microsoft.com/office/drawing/2014/main" id="{D998D9EB-E065-69C8-F12B-F98073837B3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29134" y="814241"/>
            <a:ext cx="1145053" cy="848706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15">
            <a:extLst>
              <a:ext uri="{FF2B5EF4-FFF2-40B4-BE49-F238E27FC236}">
                <a16:creationId xmlns:a16="http://schemas.microsoft.com/office/drawing/2014/main" id="{1E3E8895-F5F9-BD10-99B2-F95ADF778372}"/>
              </a:ext>
            </a:extLst>
          </p:cNvPr>
          <p:cNvCxnSpPr>
            <a:cxnSpLocks/>
            <a:stCxn id="29" idx="1"/>
            <a:endCxn id="2" idx="1"/>
          </p:cNvCxnSpPr>
          <p:nvPr/>
        </p:nvCxnSpPr>
        <p:spPr>
          <a:xfrm rot="10800000" flipH="1" flipV="1">
            <a:off x="1194910" y="3893741"/>
            <a:ext cx="1706" cy="1301309"/>
          </a:xfrm>
          <a:prstGeom prst="bentConnector3">
            <a:avLst>
              <a:gd name="adj1" fmla="val -30086284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3B83657-3E07-5AF3-FBE4-90568344FB7D}"/>
              </a:ext>
            </a:extLst>
          </p:cNvPr>
          <p:cNvSpPr/>
          <p:nvPr/>
        </p:nvSpPr>
        <p:spPr>
          <a:xfrm>
            <a:off x="3474186" y="255633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RC Receiver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322234-1BAF-0109-C938-073F567AEC0E}"/>
              </a:ext>
            </a:extLst>
          </p:cNvPr>
          <p:cNvSpPr/>
          <p:nvPr/>
        </p:nvSpPr>
        <p:spPr>
          <a:xfrm>
            <a:off x="9607542" y="3403908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Pendulum 12V DC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50:1 Motor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ACBA18-DF85-F1C9-507D-467C47FD81D2}"/>
              </a:ext>
            </a:extLst>
          </p:cNvPr>
          <p:cNvSpPr/>
          <p:nvPr/>
        </p:nvSpPr>
        <p:spPr>
          <a:xfrm>
            <a:off x="9607542" y="1916682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Central Drive 12V DC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131:1 Motor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B97DAC-CF4E-10A4-FB51-8B428ED54F71}"/>
              </a:ext>
            </a:extLst>
          </p:cNvPr>
          <p:cNvSpPr/>
          <p:nvPr/>
        </p:nvSpPr>
        <p:spPr>
          <a:xfrm>
            <a:off x="6575416" y="3408283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12V DC Motor Driver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DFFABAB-4104-59AC-9A03-6CF102968375}"/>
              </a:ext>
            </a:extLst>
          </p:cNvPr>
          <p:cNvSpPr/>
          <p:nvPr/>
        </p:nvSpPr>
        <p:spPr>
          <a:xfrm>
            <a:off x="6575416" y="4899884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12V DC Motor Driver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612AA9-BDFB-C5D9-E071-FEB127C4B424}"/>
              </a:ext>
            </a:extLst>
          </p:cNvPr>
          <p:cNvSpPr/>
          <p:nvPr/>
        </p:nvSpPr>
        <p:spPr>
          <a:xfrm>
            <a:off x="1196616" y="5847830"/>
            <a:ext cx="1818222" cy="70698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12V NiMH Battery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99E55A-C97D-DA95-53CB-019689A715CB}"/>
              </a:ext>
            </a:extLst>
          </p:cNvPr>
          <p:cNvSpPr/>
          <p:nvPr/>
        </p:nvSpPr>
        <p:spPr>
          <a:xfrm>
            <a:off x="1194910" y="3335134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Head Servo Motor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0FED1C-F214-8BFC-7420-BB2A199A0092}"/>
              </a:ext>
            </a:extLst>
          </p:cNvPr>
          <p:cNvSpPr/>
          <p:nvPr/>
        </p:nvSpPr>
        <p:spPr>
          <a:xfrm>
            <a:off x="1196616" y="4841560"/>
            <a:ext cx="1818222" cy="70698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5V Linear Regulator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009156-22DF-D010-42CC-8B91D644496B}"/>
              </a:ext>
            </a:extLst>
          </p:cNvPr>
          <p:cNvCxnSpPr/>
          <p:nvPr/>
        </p:nvCxnSpPr>
        <p:spPr>
          <a:xfrm>
            <a:off x="1924935" y="1372848"/>
            <a:ext cx="0" cy="523455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360D049-033A-AA68-0DDD-014293010569}"/>
              </a:ext>
            </a:extLst>
          </p:cNvPr>
          <p:cNvSpPr/>
          <p:nvPr/>
        </p:nvSpPr>
        <p:spPr>
          <a:xfrm>
            <a:off x="1171715" y="255633"/>
            <a:ext cx="1506440" cy="11172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IMU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1B7C15-BF1B-D6D3-ECF7-D5010C670800}"/>
              </a:ext>
            </a:extLst>
          </p:cNvPr>
          <p:cNvSpPr/>
          <p:nvPr/>
        </p:nvSpPr>
        <p:spPr>
          <a:xfrm>
            <a:off x="1171715" y="1915774"/>
            <a:ext cx="4604942" cy="93299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PSoC</a:t>
            </a:r>
            <a:r>
              <a:rPr lang="en-US" b="1" dirty="0">
                <a:solidFill>
                  <a:schemeClr val="tx1"/>
                </a:solidFill>
              </a:rPr>
              <a:t> Microcontroller</a:t>
            </a:r>
          </a:p>
        </p:txBody>
      </p:sp>
    </p:spTree>
    <p:extLst>
      <p:ext uri="{BB962C8B-B14F-4D97-AF65-F5344CB8AC3E}">
        <p14:creationId xmlns:p14="http://schemas.microsoft.com/office/powerpoint/2010/main" val="33079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502E90-3935-4D5D-558A-26B228858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62" y="0"/>
            <a:ext cx="11099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4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775784-EEF5-6FAE-49E7-32BAC04D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376E7D-36A9-F4C2-F678-D3A16BFF7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Reading RC receiver data</a:t>
            </a:r>
          </a:p>
          <a:p>
            <a:pPr marL="342900" indent="-342900">
              <a:buFontTx/>
              <a:buChar char="-"/>
            </a:pPr>
            <a:r>
              <a:rPr lang="en-US" dirty="0"/>
              <a:t>Reading MPU6050 data</a:t>
            </a:r>
          </a:p>
          <a:p>
            <a:pPr marL="342900" indent="-342900">
              <a:buFontTx/>
              <a:buChar char="-"/>
            </a:pPr>
            <a:r>
              <a:rPr lang="en-US" dirty="0"/>
              <a:t>Writing to motors</a:t>
            </a:r>
          </a:p>
          <a:p>
            <a:pPr marL="342900" indent="-342900">
              <a:buFontTx/>
              <a:buChar char="-"/>
            </a:pPr>
            <a:r>
              <a:rPr lang="en-US" dirty="0"/>
              <a:t>Reading motor encoder data</a:t>
            </a:r>
          </a:p>
          <a:p>
            <a:pPr marL="342900" indent="-342900">
              <a:buFontTx/>
              <a:buChar char="-"/>
            </a:pPr>
            <a:r>
              <a:rPr lang="en-US" dirty="0"/>
              <a:t>PID control loops</a:t>
            </a:r>
          </a:p>
        </p:txBody>
      </p:sp>
    </p:spTree>
    <p:extLst>
      <p:ext uri="{BB962C8B-B14F-4D97-AF65-F5344CB8AC3E}">
        <p14:creationId xmlns:p14="http://schemas.microsoft.com/office/powerpoint/2010/main" val="2387105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4753D8-6590-BA0B-31F7-F52F890EC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865" b="57837"/>
          <a:stretch/>
        </p:blipFill>
        <p:spPr>
          <a:xfrm>
            <a:off x="753230" y="408515"/>
            <a:ext cx="3324734" cy="1922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D1BD75-648F-85E5-B6BD-54A117324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97" y="2666969"/>
            <a:ext cx="4148127" cy="39513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2B108A-66D6-8F7D-C86C-B08A2A757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714" y="408515"/>
            <a:ext cx="6609129" cy="516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49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885D8-4A84-6119-CC73-8D8F37E83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27" y="1500923"/>
            <a:ext cx="10416379" cy="412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8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DFE080-A6B2-2756-F516-9AF87B08D578}"/>
              </a:ext>
            </a:extLst>
          </p:cNvPr>
          <p:cNvSpPr/>
          <p:nvPr/>
        </p:nvSpPr>
        <p:spPr>
          <a:xfrm>
            <a:off x="4548817" y="1822828"/>
            <a:ext cx="1864984" cy="4783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Read data from RC Receiver Channels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2AB869-CD3A-4EB3-6BF8-EA8BCAB652DE}"/>
              </a:ext>
            </a:extLst>
          </p:cNvPr>
          <p:cNvSpPr/>
          <p:nvPr/>
        </p:nvSpPr>
        <p:spPr>
          <a:xfrm>
            <a:off x="4548817" y="929206"/>
            <a:ext cx="1864984" cy="3581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Read data from MPU6050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4C71FF-27AE-D2B7-1822-0A842D2CA2D1}"/>
              </a:ext>
            </a:extLst>
          </p:cNvPr>
          <p:cNvSpPr/>
          <p:nvPr/>
        </p:nvSpPr>
        <p:spPr>
          <a:xfrm>
            <a:off x="4548817" y="3059919"/>
            <a:ext cx="1864984" cy="4384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Check RC Channel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400C77-1135-ACA0-B89C-5AC292797346}"/>
              </a:ext>
            </a:extLst>
          </p:cNvPr>
          <p:cNvSpPr/>
          <p:nvPr/>
        </p:nvSpPr>
        <p:spPr>
          <a:xfrm>
            <a:off x="7476384" y="3059919"/>
            <a:ext cx="1612036" cy="4384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Run drive motor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F0BDBC-64E6-9D94-1B2C-79120B126BD2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5481309" y="1287334"/>
            <a:ext cx="0" cy="535494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00C5AC-AC06-6E48-F793-36FC87D5140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413801" y="3279129"/>
            <a:ext cx="1062583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0253BA-1BC7-659A-0B7D-2D3F379C3D49}"/>
              </a:ext>
            </a:extLst>
          </p:cNvPr>
          <p:cNvCxnSpPr>
            <a:cxnSpLocks/>
            <a:stCxn id="6" idx="1"/>
            <a:endCxn id="49" idx="3"/>
          </p:cNvCxnSpPr>
          <p:nvPr/>
        </p:nvCxnSpPr>
        <p:spPr>
          <a:xfrm flipH="1">
            <a:off x="3583925" y="3279129"/>
            <a:ext cx="964892" cy="361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35CCD6E-C715-FC8D-068D-C5673A48D6B9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481309" y="2301167"/>
            <a:ext cx="0" cy="75875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1C235854-66D4-02C9-9FE1-CB08FC7FF59A}"/>
              </a:ext>
            </a:extLst>
          </p:cNvPr>
          <p:cNvSpPr/>
          <p:nvPr/>
        </p:nvSpPr>
        <p:spPr>
          <a:xfrm>
            <a:off x="1971889" y="3060280"/>
            <a:ext cx="1612036" cy="4384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Stabilize ball with PID controller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F4B424-E595-DD03-9959-790F4BC90E3E}"/>
              </a:ext>
            </a:extLst>
          </p:cNvPr>
          <p:cNvSpPr txBox="1"/>
          <p:nvPr/>
        </p:nvSpPr>
        <p:spPr>
          <a:xfrm>
            <a:off x="3724358" y="2971778"/>
            <a:ext cx="773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Value is 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3DFCEC-14C6-F78C-7449-CC363A4405C6}"/>
              </a:ext>
            </a:extLst>
          </p:cNvPr>
          <p:cNvSpPr txBox="1"/>
          <p:nvPr/>
        </p:nvSpPr>
        <p:spPr>
          <a:xfrm>
            <a:off x="6453925" y="2971778"/>
            <a:ext cx="1022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Value is not 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1D5562-2F40-9177-A21D-FBC29C474D51}"/>
              </a:ext>
            </a:extLst>
          </p:cNvPr>
          <p:cNvSpPr/>
          <p:nvPr/>
        </p:nvSpPr>
        <p:spPr>
          <a:xfrm>
            <a:off x="4548817" y="3993461"/>
            <a:ext cx="1864984" cy="4384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Check RC Channel 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2B39A15-C2D4-D7B8-9706-7645DB2C5230}"/>
              </a:ext>
            </a:extLst>
          </p:cNvPr>
          <p:cNvSpPr/>
          <p:nvPr/>
        </p:nvSpPr>
        <p:spPr>
          <a:xfrm>
            <a:off x="7476384" y="3789969"/>
            <a:ext cx="1612036" cy="84540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Run pendulum motor until pendulum encoder value reaches desired angle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B6E8DF2-656D-1634-062C-74188C7BF495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6413801" y="4212670"/>
            <a:ext cx="1062583" cy="1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E99269E-BE8F-7F20-B5D7-8D2B27B502B5}"/>
              </a:ext>
            </a:extLst>
          </p:cNvPr>
          <p:cNvCxnSpPr>
            <a:cxnSpLocks/>
            <a:stCxn id="57" idx="1"/>
            <a:endCxn id="61" idx="3"/>
          </p:cNvCxnSpPr>
          <p:nvPr/>
        </p:nvCxnSpPr>
        <p:spPr>
          <a:xfrm flipH="1">
            <a:off x="3583925" y="4212671"/>
            <a:ext cx="964892" cy="361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B21A93D-511A-9261-54CD-2CED30E3DAEE}"/>
              </a:ext>
            </a:extLst>
          </p:cNvPr>
          <p:cNvSpPr/>
          <p:nvPr/>
        </p:nvSpPr>
        <p:spPr>
          <a:xfrm>
            <a:off x="1971889" y="3993822"/>
            <a:ext cx="1612036" cy="4384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Stabilize ball with PID controller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24E4BB-0D89-561C-9909-83A4A0245001}"/>
              </a:ext>
            </a:extLst>
          </p:cNvPr>
          <p:cNvSpPr txBox="1"/>
          <p:nvPr/>
        </p:nvSpPr>
        <p:spPr>
          <a:xfrm>
            <a:off x="3724358" y="3905320"/>
            <a:ext cx="773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Value is 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09BAE7-E3D4-3976-3812-23BF88485BBF}"/>
              </a:ext>
            </a:extLst>
          </p:cNvPr>
          <p:cNvSpPr txBox="1"/>
          <p:nvPr/>
        </p:nvSpPr>
        <p:spPr>
          <a:xfrm>
            <a:off x="6453925" y="3905320"/>
            <a:ext cx="1022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Value is not 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CCD689F-982D-6A5D-6225-556746F983CB}"/>
              </a:ext>
            </a:extLst>
          </p:cNvPr>
          <p:cNvSpPr/>
          <p:nvPr/>
        </p:nvSpPr>
        <p:spPr>
          <a:xfrm>
            <a:off x="4588941" y="4933380"/>
            <a:ext cx="1864984" cy="4384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Check RC Channel 4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4580379-70BC-C5A6-25D3-29C85243655B}"/>
              </a:ext>
            </a:extLst>
          </p:cNvPr>
          <p:cNvSpPr/>
          <p:nvPr/>
        </p:nvSpPr>
        <p:spPr>
          <a:xfrm>
            <a:off x="7516508" y="4933380"/>
            <a:ext cx="1612036" cy="4384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Run flywheel motor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814899C-575A-D324-48EA-DF0979F86851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6453925" y="5152590"/>
            <a:ext cx="1062583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6FF0BE0-F3E3-1D2A-DBAC-C8ACB7D0FFDE}"/>
              </a:ext>
            </a:extLst>
          </p:cNvPr>
          <p:cNvCxnSpPr>
            <a:cxnSpLocks/>
            <a:stCxn id="66" idx="1"/>
            <a:endCxn id="70" idx="3"/>
          </p:cNvCxnSpPr>
          <p:nvPr/>
        </p:nvCxnSpPr>
        <p:spPr>
          <a:xfrm flipH="1">
            <a:off x="3624049" y="5152590"/>
            <a:ext cx="964892" cy="361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4EB47BEC-539F-6F7B-88BB-C55E4D4DEBFA}"/>
              </a:ext>
            </a:extLst>
          </p:cNvPr>
          <p:cNvSpPr/>
          <p:nvPr/>
        </p:nvSpPr>
        <p:spPr>
          <a:xfrm>
            <a:off x="2012013" y="4933741"/>
            <a:ext cx="1612036" cy="4384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Stop flywheel motor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D97660-5276-CB5B-C9C3-517749B9134C}"/>
              </a:ext>
            </a:extLst>
          </p:cNvPr>
          <p:cNvSpPr txBox="1"/>
          <p:nvPr/>
        </p:nvSpPr>
        <p:spPr>
          <a:xfrm>
            <a:off x="3764482" y="4845239"/>
            <a:ext cx="773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Value is 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70D652-2C7B-CD2B-8BA3-6FC7F84DBDBE}"/>
              </a:ext>
            </a:extLst>
          </p:cNvPr>
          <p:cNvSpPr txBox="1"/>
          <p:nvPr/>
        </p:nvSpPr>
        <p:spPr>
          <a:xfrm>
            <a:off x="6494049" y="4845239"/>
            <a:ext cx="1022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Value is not 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BF8B603-8A19-2D45-9075-E03A2FC67C8A}"/>
              </a:ext>
            </a:extLst>
          </p:cNvPr>
          <p:cNvSpPr/>
          <p:nvPr/>
        </p:nvSpPr>
        <p:spPr>
          <a:xfrm>
            <a:off x="4548817" y="5759315"/>
            <a:ext cx="1864984" cy="4384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Check RC Channel 3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68D4EDD-FF0C-28F6-17A5-A30719F191DB}"/>
              </a:ext>
            </a:extLst>
          </p:cNvPr>
          <p:cNvSpPr/>
          <p:nvPr/>
        </p:nvSpPr>
        <p:spPr>
          <a:xfrm>
            <a:off x="7476384" y="5759315"/>
            <a:ext cx="1612036" cy="4384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Run head servo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F2FD5B9-F5E0-ED18-A3BB-E06AE9491014}"/>
              </a:ext>
            </a:extLst>
          </p:cNvPr>
          <p:cNvCxnSpPr>
            <a:cxnSpLocks/>
            <a:stCxn id="73" idx="3"/>
            <a:endCxn id="74" idx="1"/>
          </p:cNvCxnSpPr>
          <p:nvPr/>
        </p:nvCxnSpPr>
        <p:spPr>
          <a:xfrm>
            <a:off x="6413801" y="5978525"/>
            <a:ext cx="1062583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A555D16-0698-2713-22DD-1900AAA29329}"/>
              </a:ext>
            </a:extLst>
          </p:cNvPr>
          <p:cNvCxnSpPr>
            <a:cxnSpLocks/>
            <a:stCxn id="73" idx="1"/>
            <a:endCxn id="77" idx="3"/>
          </p:cNvCxnSpPr>
          <p:nvPr/>
        </p:nvCxnSpPr>
        <p:spPr>
          <a:xfrm flipH="1">
            <a:off x="3583925" y="5978525"/>
            <a:ext cx="964892" cy="361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9ED3D2AE-D152-84C1-69CB-A954754DF73E}"/>
              </a:ext>
            </a:extLst>
          </p:cNvPr>
          <p:cNvSpPr/>
          <p:nvPr/>
        </p:nvSpPr>
        <p:spPr>
          <a:xfrm>
            <a:off x="1971889" y="5759676"/>
            <a:ext cx="1612036" cy="4384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Stop head servo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F92B186-4AC8-11CF-5683-E4D6D3EB6932}"/>
              </a:ext>
            </a:extLst>
          </p:cNvPr>
          <p:cNvSpPr txBox="1"/>
          <p:nvPr/>
        </p:nvSpPr>
        <p:spPr>
          <a:xfrm>
            <a:off x="3724358" y="5671174"/>
            <a:ext cx="773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Value is 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FD30F1-DB85-3069-B1AF-611ED655A377}"/>
              </a:ext>
            </a:extLst>
          </p:cNvPr>
          <p:cNvSpPr txBox="1"/>
          <p:nvPr/>
        </p:nvSpPr>
        <p:spPr>
          <a:xfrm>
            <a:off x="6453925" y="5671174"/>
            <a:ext cx="1022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Value is not 0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CB230F24-9FB4-8491-D7A3-234F81088C7F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 rot="16200000" flipH="1">
            <a:off x="3882228" y="2394379"/>
            <a:ext cx="494761" cy="2703402"/>
          </a:xfrm>
          <a:prstGeom prst="bentConnector3">
            <a:avLst>
              <a:gd name="adj1" fmla="val 30198"/>
            </a:avLst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D7505D24-5787-B83A-81D7-A476929547B0}"/>
              </a:ext>
            </a:extLst>
          </p:cNvPr>
          <p:cNvCxnSpPr>
            <a:cxnSpLocks/>
            <a:stCxn id="7" idx="2"/>
            <a:endCxn id="57" idx="0"/>
          </p:cNvCxnSpPr>
          <p:nvPr/>
        </p:nvCxnSpPr>
        <p:spPr>
          <a:xfrm rot="5400000">
            <a:off x="6634295" y="2345354"/>
            <a:ext cx="495122" cy="2801093"/>
          </a:xfrm>
          <a:prstGeom prst="bentConnector3">
            <a:avLst>
              <a:gd name="adj1" fmla="val 30590"/>
            </a:avLst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B5F196FB-106B-7D98-7BEB-29B161CE61A3}"/>
              </a:ext>
            </a:extLst>
          </p:cNvPr>
          <p:cNvCxnSpPr>
            <a:cxnSpLocks/>
            <a:stCxn id="61" idx="2"/>
            <a:endCxn id="66" idx="0"/>
          </p:cNvCxnSpPr>
          <p:nvPr/>
        </p:nvCxnSpPr>
        <p:spPr>
          <a:xfrm rot="16200000" flipH="1">
            <a:off x="3899101" y="3311048"/>
            <a:ext cx="501138" cy="2743526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146D418E-8039-F136-109B-31D272E8E4C0}"/>
              </a:ext>
            </a:extLst>
          </p:cNvPr>
          <p:cNvCxnSpPr>
            <a:cxnSpLocks/>
            <a:stCxn id="58" idx="2"/>
            <a:endCxn id="66" idx="0"/>
          </p:cNvCxnSpPr>
          <p:nvPr/>
        </p:nvCxnSpPr>
        <p:spPr>
          <a:xfrm rot="5400000">
            <a:off x="6752913" y="3403891"/>
            <a:ext cx="298010" cy="2760969"/>
          </a:xfrm>
          <a:prstGeom prst="bentConnector3">
            <a:avLst>
              <a:gd name="adj1" fmla="val 16553"/>
            </a:avLst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C88DC59-14F2-9244-B1B9-61189661A30C}"/>
              </a:ext>
            </a:extLst>
          </p:cNvPr>
          <p:cNvCxnSpPr>
            <a:cxnSpLocks/>
            <a:stCxn id="70" idx="2"/>
            <a:endCxn id="73" idx="0"/>
          </p:cNvCxnSpPr>
          <p:nvPr/>
        </p:nvCxnSpPr>
        <p:spPr>
          <a:xfrm rot="16200000" flipH="1">
            <a:off x="3956093" y="4234099"/>
            <a:ext cx="387154" cy="2663278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D27DA554-65DD-988C-8525-0CEC2B500056}"/>
              </a:ext>
            </a:extLst>
          </p:cNvPr>
          <p:cNvCxnSpPr>
            <a:cxnSpLocks/>
            <a:stCxn id="67" idx="2"/>
            <a:endCxn id="73" idx="0"/>
          </p:cNvCxnSpPr>
          <p:nvPr/>
        </p:nvCxnSpPr>
        <p:spPr>
          <a:xfrm rot="5400000">
            <a:off x="6708161" y="4144949"/>
            <a:ext cx="387515" cy="2841217"/>
          </a:xfrm>
          <a:prstGeom prst="bentConnector3">
            <a:avLst>
              <a:gd name="adj1" fmla="val 50000"/>
            </a:avLst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A4FE6E73-7B40-2373-4597-893BC08E649F}"/>
              </a:ext>
            </a:extLst>
          </p:cNvPr>
          <p:cNvCxnSpPr>
            <a:cxnSpLocks/>
            <a:stCxn id="73" idx="2"/>
            <a:endCxn id="5" idx="0"/>
          </p:cNvCxnSpPr>
          <p:nvPr/>
        </p:nvCxnSpPr>
        <p:spPr>
          <a:xfrm rot="5400000" flipH="1">
            <a:off x="2847045" y="3563470"/>
            <a:ext cx="5268528" cy="12700"/>
          </a:xfrm>
          <a:prstGeom prst="bentConnector5">
            <a:avLst>
              <a:gd name="adj1" fmla="val -4339"/>
              <a:gd name="adj2" fmla="val -33163134"/>
              <a:gd name="adj3" fmla="val 104339"/>
            </a:avLst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A1C0DC0-C631-1E86-A844-F9EA1C9EAFD5}"/>
              </a:ext>
            </a:extLst>
          </p:cNvPr>
          <p:cNvSpPr/>
          <p:nvPr/>
        </p:nvSpPr>
        <p:spPr>
          <a:xfrm>
            <a:off x="7476384" y="2110660"/>
            <a:ext cx="1612036" cy="4384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Check drive motor encoder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58A9673-6230-ADC3-39F1-FCB4AC665C8E}"/>
              </a:ext>
            </a:extLst>
          </p:cNvPr>
          <p:cNvSpPr/>
          <p:nvPr/>
        </p:nvSpPr>
        <p:spPr>
          <a:xfrm>
            <a:off x="7476384" y="929206"/>
            <a:ext cx="1624736" cy="4384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Flash status LED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3BA3162-D87A-7982-A59F-2E5F6450F90F}"/>
              </a:ext>
            </a:extLst>
          </p:cNvPr>
          <p:cNvCxnSpPr>
            <a:cxnSpLocks/>
            <a:stCxn id="7" idx="0"/>
            <a:endCxn id="109" idx="2"/>
          </p:cNvCxnSpPr>
          <p:nvPr/>
        </p:nvCxnSpPr>
        <p:spPr>
          <a:xfrm flipV="1">
            <a:off x="8282402" y="2549079"/>
            <a:ext cx="0" cy="51084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F7BD540B-7F03-1A74-8F8F-3546A60AC97B}"/>
              </a:ext>
            </a:extLst>
          </p:cNvPr>
          <p:cNvCxnSpPr>
            <a:cxnSpLocks/>
            <a:stCxn id="109" idx="3"/>
            <a:endCxn id="7" idx="3"/>
          </p:cNvCxnSpPr>
          <p:nvPr/>
        </p:nvCxnSpPr>
        <p:spPr>
          <a:xfrm>
            <a:off x="9088420" y="2329870"/>
            <a:ext cx="12700" cy="949259"/>
          </a:xfrm>
          <a:prstGeom prst="bentConnector3">
            <a:avLst>
              <a:gd name="adj1" fmla="val 1800000"/>
            </a:avLst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9582FF78-7147-AC96-A944-A14DDA29EB9E}"/>
              </a:ext>
            </a:extLst>
          </p:cNvPr>
          <p:cNvSpPr txBox="1"/>
          <p:nvPr/>
        </p:nvSpPr>
        <p:spPr>
          <a:xfrm>
            <a:off x="8402526" y="2571833"/>
            <a:ext cx="98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 meter not traveled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EA1CA6C-BB11-9E24-4CA8-B647870C6C39}"/>
              </a:ext>
            </a:extLst>
          </p:cNvPr>
          <p:cNvSpPr txBox="1"/>
          <p:nvPr/>
        </p:nvSpPr>
        <p:spPr>
          <a:xfrm>
            <a:off x="8512295" y="1524214"/>
            <a:ext cx="736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 meter traveled</a:t>
            </a:r>
          </a:p>
        </p:txBody>
      </p: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C802299B-45EC-6664-712E-80D8614183BF}"/>
              </a:ext>
            </a:extLst>
          </p:cNvPr>
          <p:cNvCxnSpPr>
            <a:cxnSpLocks/>
            <a:stCxn id="110" idx="3"/>
            <a:endCxn id="7" idx="3"/>
          </p:cNvCxnSpPr>
          <p:nvPr/>
        </p:nvCxnSpPr>
        <p:spPr>
          <a:xfrm flipH="1">
            <a:off x="9088420" y="1148416"/>
            <a:ext cx="12700" cy="2130713"/>
          </a:xfrm>
          <a:prstGeom prst="bentConnector3">
            <a:avLst>
              <a:gd name="adj1" fmla="val -1690079"/>
            </a:avLst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9AFE461-1056-18D7-78FF-DDD27B021CD4}"/>
              </a:ext>
            </a:extLst>
          </p:cNvPr>
          <p:cNvCxnSpPr>
            <a:cxnSpLocks/>
            <a:stCxn id="109" idx="0"/>
            <a:endCxn id="110" idx="2"/>
          </p:cNvCxnSpPr>
          <p:nvPr/>
        </p:nvCxnSpPr>
        <p:spPr>
          <a:xfrm flipV="1">
            <a:off x="8282402" y="1367625"/>
            <a:ext cx="6350" cy="743035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522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A93BF53-6A25-29FA-1523-A143D88732D4}"/>
              </a:ext>
            </a:extLst>
          </p:cNvPr>
          <p:cNvCxnSpPr>
            <a:cxnSpLocks/>
            <a:stCxn id="7" idx="1"/>
            <a:endCxn id="2" idx="4"/>
          </p:cNvCxnSpPr>
          <p:nvPr/>
        </p:nvCxnSpPr>
        <p:spPr>
          <a:xfrm rot="10800000">
            <a:off x="3719307" y="3488306"/>
            <a:ext cx="1193732" cy="1548619"/>
          </a:xfrm>
          <a:prstGeom prst="bentConnector2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4057590-221F-75BE-4E49-D6D195D40065}"/>
              </a:ext>
            </a:extLst>
          </p:cNvPr>
          <p:cNvCxnSpPr>
            <a:cxnSpLocks/>
            <a:stCxn id="4" idx="3"/>
            <a:endCxn id="2" idx="2"/>
          </p:cNvCxnSpPr>
          <p:nvPr/>
        </p:nvCxnSpPr>
        <p:spPr>
          <a:xfrm>
            <a:off x="2768412" y="3278671"/>
            <a:ext cx="732705" cy="795"/>
          </a:xfrm>
          <a:prstGeom prst="bentConnector3">
            <a:avLst>
              <a:gd name="adj1" fmla="val 50000"/>
            </a:avLst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D79D7BF-6FDA-B8FF-032A-9C0625A4F28D}"/>
              </a:ext>
            </a:extLst>
          </p:cNvPr>
          <p:cNvCxnSpPr>
            <a:cxnSpLocks/>
            <a:stCxn id="2" idx="6"/>
            <a:endCxn id="5" idx="1"/>
          </p:cNvCxnSpPr>
          <p:nvPr/>
        </p:nvCxnSpPr>
        <p:spPr>
          <a:xfrm>
            <a:off x="3937497" y="3279466"/>
            <a:ext cx="975543" cy="218"/>
          </a:xfrm>
          <a:prstGeom prst="bentConnector3">
            <a:avLst>
              <a:gd name="adj1" fmla="val 50000"/>
            </a:avLst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9AB2B94-A22B-ECA7-D084-DB634579960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7524535" y="3278671"/>
            <a:ext cx="882746" cy="1013"/>
          </a:xfrm>
          <a:prstGeom prst="bentConnector3">
            <a:avLst>
              <a:gd name="adj1" fmla="val 50000"/>
            </a:avLst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4B06FFB-8B4B-FAE5-62D9-4FEAEC9D13AB}"/>
              </a:ext>
            </a:extLst>
          </p:cNvPr>
          <p:cNvCxnSpPr>
            <a:cxnSpLocks/>
            <a:stCxn id="6" idx="3"/>
            <a:endCxn id="7" idx="3"/>
          </p:cNvCxnSpPr>
          <p:nvPr/>
        </p:nvCxnSpPr>
        <p:spPr>
          <a:xfrm flipH="1">
            <a:off x="7524534" y="3278671"/>
            <a:ext cx="3494242" cy="1758253"/>
          </a:xfrm>
          <a:prstGeom prst="bentConnector3">
            <a:avLst>
              <a:gd name="adj1" fmla="val -6542"/>
            </a:avLst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A82CFDD-942C-69DB-2EE7-4B1833CC1EB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1018776" y="3278671"/>
            <a:ext cx="828045" cy="12700"/>
          </a:xfrm>
          <a:prstGeom prst="bentConnector3">
            <a:avLst>
              <a:gd name="adj1" fmla="val 81633"/>
            </a:avLst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0FA395F-3889-BE61-0AD3-B9C43A7AB64A}"/>
              </a:ext>
            </a:extLst>
          </p:cNvPr>
          <p:cNvSpPr txBox="1"/>
          <p:nvPr/>
        </p:nvSpPr>
        <p:spPr>
          <a:xfrm>
            <a:off x="3351076" y="26860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8EC492-0DBA-9437-6B57-55A21600F390}"/>
              </a:ext>
            </a:extLst>
          </p:cNvPr>
          <p:cNvSpPr txBox="1"/>
          <p:nvPr/>
        </p:nvSpPr>
        <p:spPr>
          <a:xfrm>
            <a:off x="3809898" y="335398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0DFE080-A6B2-2756-F516-9AF87B08D578}"/>
                  </a:ext>
                </a:extLst>
              </p:cNvPr>
              <p:cNvSpPr/>
              <p:nvPr/>
            </p:nvSpPr>
            <p:spPr>
              <a:xfrm>
                <a:off x="721416" y="2929739"/>
                <a:ext cx="2046996" cy="697864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Setpoint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0DFE080-A6B2-2756-F516-9AF87B08D5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16" y="2929739"/>
                <a:ext cx="2046996" cy="6978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F2AB869-CD3A-4EB3-6BF8-EA8BCAB652DE}"/>
                  </a:ext>
                </a:extLst>
              </p:cNvPr>
              <p:cNvSpPr/>
              <p:nvPr/>
            </p:nvSpPr>
            <p:spPr>
              <a:xfrm>
                <a:off x="4913040" y="2930752"/>
                <a:ext cx="2611495" cy="697864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PD Controller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F2AB869-CD3A-4EB3-6BF8-EA8BCAB652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040" y="2930752"/>
                <a:ext cx="2611495" cy="6978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434C71FF-27AE-D2B7-1822-0A842D2CA2D1}"/>
              </a:ext>
            </a:extLst>
          </p:cNvPr>
          <p:cNvSpPr/>
          <p:nvPr/>
        </p:nvSpPr>
        <p:spPr>
          <a:xfrm>
            <a:off x="8407281" y="2929739"/>
            <a:ext cx="2611495" cy="6978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Motor PWM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B400C77-1135-ACA0-B89C-5AC292797346}"/>
                  </a:ext>
                </a:extLst>
              </p:cNvPr>
              <p:cNvSpPr/>
              <p:nvPr/>
            </p:nvSpPr>
            <p:spPr>
              <a:xfrm>
                <a:off x="4913039" y="4687991"/>
                <a:ext cx="2611495" cy="697865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IMU Data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B400C77-1135-ACA0-B89C-5AC2927973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039" y="4687991"/>
                <a:ext cx="2611495" cy="6978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A557E70D-D438-3FDE-3F95-3FFFC6750261}"/>
              </a:ext>
            </a:extLst>
          </p:cNvPr>
          <p:cNvSpPr/>
          <p:nvPr/>
        </p:nvSpPr>
        <p:spPr>
          <a:xfrm>
            <a:off x="3501117" y="3070627"/>
            <a:ext cx="436380" cy="417678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83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D6EBA-B629-47F1-C676-71A7A713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B9AA0DA-ED9D-6985-2DFB-46C42EAD6B5A}"/>
              </a:ext>
            </a:extLst>
          </p:cNvPr>
          <p:cNvCxnSpPr>
            <a:cxnSpLocks/>
            <a:stCxn id="7" idx="1"/>
            <a:endCxn id="2" idx="4"/>
          </p:cNvCxnSpPr>
          <p:nvPr/>
        </p:nvCxnSpPr>
        <p:spPr>
          <a:xfrm rot="10800000">
            <a:off x="2067201" y="3488306"/>
            <a:ext cx="3095372" cy="1548619"/>
          </a:xfrm>
          <a:prstGeom prst="bentConnector2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8F9579A-3E4A-9E75-85C7-27EF22FF9D61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751283" y="3279367"/>
            <a:ext cx="1097728" cy="99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681CF38-656F-4625-D181-F99273786CC4}"/>
              </a:ext>
            </a:extLst>
          </p:cNvPr>
          <p:cNvCxnSpPr>
            <a:cxnSpLocks/>
            <a:stCxn id="2" idx="6"/>
            <a:endCxn id="5" idx="1"/>
          </p:cNvCxnSpPr>
          <p:nvPr/>
        </p:nvCxnSpPr>
        <p:spPr>
          <a:xfrm>
            <a:off x="2285391" y="3279466"/>
            <a:ext cx="1721182" cy="218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D9F4B85-D935-2468-EC78-3FE11D956BA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470444" y="3278671"/>
            <a:ext cx="1056749" cy="1013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1039E0F-1CB4-3CD7-7B4E-ED868C7EA43F}"/>
              </a:ext>
            </a:extLst>
          </p:cNvPr>
          <p:cNvCxnSpPr>
            <a:cxnSpLocks/>
            <a:stCxn id="6" idx="3"/>
            <a:endCxn id="7" idx="3"/>
          </p:cNvCxnSpPr>
          <p:nvPr/>
        </p:nvCxnSpPr>
        <p:spPr>
          <a:xfrm flipH="1">
            <a:off x="6400435" y="3278671"/>
            <a:ext cx="2109262" cy="1758253"/>
          </a:xfrm>
          <a:prstGeom prst="bentConnector3">
            <a:avLst>
              <a:gd name="adj1" fmla="val -10838"/>
            </a:avLst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2D3353C-2D89-3102-4E04-44147856947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509697" y="3278671"/>
            <a:ext cx="1769573" cy="12700"/>
          </a:xfrm>
          <a:prstGeom prst="straightConnector1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24DB85D-8D89-D02F-D0E8-1B08873E1BA8}"/>
                  </a:ext>
                </a:extLst>
              </p:cNvPr>
              <p:cNvSpPr/>
              <p:nvPr/>
            </p:nvSpPr>
            <p:spPr>
              <a:xfrm>
                <a:off x="4006573" y="2930752"/>
                <a:ext cx="1463871" cy="697864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24DB85D-8D89-D02F-D0E8-1B08873E1B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573" y="2930752"/>
                <a:ext cx="1463871" cy="6978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D3703BE-B431-52C3-0E18-2D4D2E7EE0B2}"/>
                  </a:ext>
                </a:extLst>
              </p:cNvPr>
              <p:cNvSpPr/>
              <p:nvPr/>
            </p:nvSpPr>
            <p:spPr>
              <a:xfrm>
                <a:off x="6527193" y="2929739"/>
                <a:ext cx="1982504" cy="697864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D3703BE-B431-52C3-0E18-2D4D2E7EE0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193" y="2929739"/>
                <a:ext cx="1982504" cy="6978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AAD8FBF-4EF5-58D4-AF6B-637C3E7B24FF}"/>
                  </a:ext>
                </a:extLst>
              </p:cNvPr>
              <p:cNvSpPr/>
              <p:nvPr/>
            </p:nvSpPr>
            <p:spPr>
              <a:xfrm>
                <a:off x="5162573" y="4687991"/>
                <a:ext cx="1237862" cy="697865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AAD8FBF-4EF5-58D4-AF6B-637C3E7B24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573" y="4687991"/>
                <a:ext cx="1237862" cy="6978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5D416C7A-B840-7368-547B-549BB2AA85F2}"/>
              </a:ext>
            </a:extLst>
          </p:cNvPr>
          <p:cNvGrpSpPr/>
          <p:nvPr/>
        </p:nvGrpSpPr>
        <p:grpSpPr>
          <a:xfrm>
            <a:off x="1698970" y="2686050"/>
            <a:ext cx="754096" cy="1191154"/>
            <a:chOff x="3351076" y="2686050"/>
            <a:chExt cx="754096" cy="119115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0AD54C0-5D30-CBB5-16C3-F909AAF92DC6}"/>
                </a:ext>
              </a:extLst>
            </p:cNvPr>
            <p:cNvSpPr txBox="1"/>
            <p:nvPr/>
          </p:nvSpPr>
          <p:spPr>
            <a:xfrm>
              <a:off x="3351076" y="268605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+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A592833-BFAA-C0C4-D9C5-4DCBFA4D05B0}"/>
                </a:ext>
              </a:extLst>
            </p:cNvPr>
            <p:cNvSpPr txBox="1"/>
            <p:nvPr/>
          </p:nvSpPr>
          <p:spPr>
            <a:xfrm>
              <a:off x="3809898" y="3353984"/>
              <a:ext cx="295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-</a:t>
              </a: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B818865-2C54-AB97-A999-FE42493B2AC0}"/>
                </a:ext>
              </a:extLst>
            </p:cNvPr>
            <p:cNvSpPr/>
            <p:nvPr/>
          </p:nvSpPr>
          <p:spPr>
            <a:xfrm>
              <a:off x="3501117" y="3070627"/>
              <a:ext cx="436380" cy="41767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C0A9A2-3EAD-F438-F2B3-FF6F0022EB55}"/>
                  </a:ext>
                </a:extLst>
              </p:cNvPr>
              <p:cNvSpPr txBox="1"/>
              <p:nvPr/>
            </p:nvSpPr>
            <p:spPr>
              <a:xfrm>
                <a:off x="2233255" y="2880341"/>
                <a:ext cx="1765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C0A9A2-3EAD-F438-F2B3-FF6F0022E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255" y="2880341"/>
                <a:ext cx="176561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8F577D-824F-585C-6292-BDD9470AAF1B}"/>
                  </a:ext>
                </a:extLst>
              </p:cNvPr>
              <p:cNvSpPr txBox="1"/>
              <p:nvPr/>
            </p:nvSpPr>
            <p:spPr>
              <a:xfrm>
                <a:off x="822019" y="2839938"/>
                <a:ext cx="6528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8F577D-824F-585C-6292-BDD9470AA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19" y="2839938"/>
                <a:ext cx="6528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FCCF9C-3DFE-2CC8-9019-1617DC129AFD}"/>
                  </a:ext>
                </a:extLst>
              </p:cNvPr>
              <p:cNvSpPr txBox="1"/>
              <p:nvPr/>
            </p:nvSpPr>
            <p:spPr>
              <a:xfrm>
                <a:off x="5712563" y="2839938"/>
                <a:ext cx="497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FCCF9C-3DFE-2CC8-9019-1617DC129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563" y="2839938"/>
                <a:ext cx="49725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80112A-3E6E-F7CF-4C28-69685166C54D}"/>
                  </a:ext>
                </a:extLst>
              </p:cNvPr>
              <p:cNvSpPr txBox="1"/>
              <p:nvPr/>
            </p:nvSpPr>
            <p:spPr>
              <a:xfrm>
                <a:off x="9394867" y="2880341"/>
                <a:ext cx="374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80112A-3E6E-F7CF-4C28-69685166C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4867" y="2880341"/>
                <a:ext cx="3741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029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1BEAD2-CE8B-2C9F-CDFC-7F6A8340F0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1007"/>
          <a:stretch/>
        </p:blipFill>
        <p:spPr>
          <a:xfrm>
            <a:off x="12488" y="0"/>
            <a:ext cx="5523842" cy="32694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019478-395E-70AD-35A1-1B25A6CA5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359" y="3477176"/>
            <a:ext cx="5691152" cy="33808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30F551E-755B-26F6-B691-4354DD836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343" y="0"/>
            <a:ext cx="5732168" cy="338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8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3492</TotalTime>
  <Words>384</Words>
  <Application>Microsoft Office PowerPoint</Application>
  <PresentationFormat>Widescreen</PresentationFormat>
  <Paragraphs>142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Roboto</vt:lpstr>
      <vt:lpstr>Office Theme</vt:lpstr>
      <vt:lpstr>Introduction</vt:lpstr>
      <vt:lpstr>PowerPoint Presentation</vt:lpstr>
      <vt:lpstr>PowerPoint Presentation</vt:lpstr>
      <vt:lpstr>PowerPoint Presentation</vt:lpstr>
      <vt:lpstr>PowerPoint Presentation</vt:lpstr>
      <vt:lpstr>Hardware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Lu</dc:creator>
  <cp:lastModifiedBy>Michael Lu</cp:lastModifiedBy>
  <cp:revision>192</cp:revision>
  <dcterms:created xsi:type="dcterms:W3CDTF">2023-04-11T06:02:01Z</dcterms:created>
  <dcterms:modified xsi:type="dcterms:W3CDTF">2025-03-18T15:21:33Z</dcterms:modified>
</cp:coreProperties>
</file>